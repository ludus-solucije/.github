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60" r:id="rId6"/>
    <p:sldId id="259" r:id="rId7"/>
    <p:sldId id="266" r:id="rId8"/>
    <p:sldId id="267" r:id="rId9"/>
    <p:sldId id="268" r:id="rId10"/>
    <p:sldId id="270" r:id="rId11"/>
    <p:sldId id="269" r:id="rId12"/>
    <p:sldId id="272" r:id="rId13"/>
    <p:sldId id="273" r:id="rId14"/>
    <p:sldId id="264" r:id="rId15"/>
    <p:sldId id="265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D2E2F-928A-6FE8-F181-F1AFFBC7D265}" v="162" dt="2026-01-23T16:13:31.903"/>
    <p1510:client id="{26085A92-2805-1457-299A-0CC5EBE9E1AD}" v="264" dt="2026-01-23T20:00:24.372"/>
    <p1510:client id="{30C7B4E1-F819-D16E-637C-6BEA9634582B}" v="49" dt="2026-01-23T18:40:02.694"/>
    <p1510:client id="{4CD531A0-87E6-AD36-E7ED-1F0B2EE65F3B}" v="1" dt="2026-01-23T20:01:26.781"/>
    <p1510:client id="{701D38D0-DEDD-23F3-E72A-E7C47F7A1E00}" v="1384" dt="2026-01-23T00:49:46.676"/>
    <p1510:client id="{914B1D9E-461E-E8A0-0D41-0EBCDDC804A8}" v="79" dt="2026-01-23T12:39:18.890"/>
    <p1510:client id="{B9839915-AB4C-7530-27F1-23746188A0BD}" v="35" dt="2026-01-23T15:21:10.506"/>
    <p1510:client id="{C10293FB-7338-C237-DC3A-B229A5080DA9}" v="753" dt="2026-01-23T20:01:17.631"/>
    <p1510:client id="{E6C85118-465D-77BB-36DA-E3C650BF4CFB}" v="17" dt="2026-01-23T00:00:03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0"/>
  </p:normalViewPr>
  <p:slideViewPr>
    <p:cSldViewPr snapToGrid="0">
      <p:cViewPr varScale="1">
        <p:scale>
          <a:sx n="151" d="100"/>
          <a:sy n="15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49044A-37ED-4056-9282-28CE2A5EFA6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32EDA33-4EC6-4344-95FA-0F258C5F4653}">
      <dgm:prSet phldrT="[Text]"/>
      <dgm:spPr>
        <a:solidFill>
          <a:schemeClr val="bg1"/>
        </a:solidFill>
      </dgm:spPr>
      <dgm:t>
        <a:bodyPr/>
        <a:lstStyle/>
        <a:p>
          <a:r>
            <a:rPr lang="hr-HR" b="0" i="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10.10.2025 – 28.10.2025</a:t>
          </a:r>
          <a:endParaRPr lang="en-GB" b="0" i="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gm:t>
    </dgm:pt>
    <dgm:pt modelId="{936113A7-3839-49A8-8E27-8C6A8586C9B7}" type="parTrans" cxnId="{4D2865F9-045D-4F49-8BB2-28A7AC9EF672}">
      <dgm:prSet/>
      <dgm:spPr/>
      <dgm:t>
        <a:bodyPr/>
        <a:lstStyle/>
        <a:p>
          <a:endParaRPr lang="en-GB"/>
        </a:p>
      </dgm:t>
    </dgm:pt>
    <dgm:pt modelId="{F7ED9D18-B5CB-4EED-BC0A-305E07AFBCB8}" type="sibTrans" cxnId="{4D2865F9-045D-4F49-8BB2-28A7AC9EF672}">
      <dgm:prSet/>
      <dgm:spPr/>
      <dgm:t>
        <a:bodyPr/>
        <a:lstStyle/>
        <a:p>
          <a:endParaRPr lang="en-GB"/>
        </a:p>
      </dgm:t>
    </dgm:pt>
    <dgm:pt modelId="{86F7B40D-5E12-4BEE-B074-C89F4889B209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Dodjeljene</a:t>
          </a:r>
          <a:r>
            <a:rPr lang="en-GB" sz="1200" baseline="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baseline="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uloge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40350054-A8D3-4FFE-93F3-FAC945903AE7}" type="parTrans" cxnId="{FBA22319-A850-4751-BB4F-2F7743AEE0DC}">
      <dgm:prSet/>
      <dgm:spPr/>
      <dgm:t>
        <a:bodyPr/>
        <a:lstStyle/>
        <a:p>
          <a:endParaRPr lang="en-GB"/>
        </a:p>
      </dgm:t>
    </dgm:pt>
    <dgm:pt modelId="{189812DE-A726-45FE-B1E4-F505D8E82E24}" type="sibTrans" cxnId="{FBA22319-A850-4751-BB4F-2F7743AEE0DC}">
      <dgm:prSet/>
      <dgm:spPr/>
      <dgm:t>
        <a:bodyPr/>
        <a:lstStyle/>
        <a:p>
          <a:endParaRPr lang="en-GB"/>
        </a:p>
      </dgm:t>
    </dgm:pt>
    <dgm:pt modelId="{37987A0A-C7A3-49FD-A4D1-D58CB910C90A}">
      <dgm:prSet phldrT="[Text]"/>
      <dgm:spPr>
        <a:solidFill>
          <a:schemeClr val="bg1"/>
        </a:solidFill>
      </dgm:spPr>
      <dgm:t>
        <a:bodyPr/>
        <a:lstStyle/>
        <a:p>
          <a:r>
            <a:rPr lang="hr-HR" b="0" i="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28.10.2025. – 10.12.2025.</a:t>
          </a:r>
          <a:endParaRPr lang="en-GB" b="0" i="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gm:t>
    </dgm:pt>
    <dgm:pt modelId="{453F0E76-F0E0-4D30-BCDE-2A2DAC4C8DC4}" type="parTrans" cxnId="{59E8BB0C-3757-4748-AA02-9AB78A629E71}">
      <dgm:prSet/>
      <dgm:spPr/>
      <dgm:t>
        <a:bodyPr/>
        <a:lstStyle/>
        <a:p>
          <a:endParaRPr lang="en-GB"/>
        </a:p>
      </dgm:t>
    </dgm:pt>
    <dgm:pt modelId="{B1D5FB1A-43E0-4347-B020-1F3B41F64F17}" type="sibTrans" cxnId="{59E8BB0C-3757-4748-AA02-9AB78A629E71}">
      <dgm:prSet/>
      <dgm:spPr/>
      <dgm:t>
        <a:bodyPr/>
        <a:lstStyle/>
        <a:p>
          <a:endParaRPr lang="en-GB"/>
        </a:p>
      </dgm:t>
    </dgm:pt>
    <dgm:pt modelId="{439EAB0B-5CA6-41F5-B439-A3B811E32758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hr-HR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Skladište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D23D02E8-E73A-4904-BB34-6CAB17BA7773}" type="parTrans" cxnId="{173866D6-FD31-451D-A498-C4D83FAA4C4C}">
      <dgm:prSet/>
      <dgm:spPr/>
      <dgm:t>
        <a:bodyPr/>
        <a:lstStyle/>
        <a:p>
          <a:endParaRPr lang="en-GB"/>
        </a:p>
      </dgm:t>
    </dgm:pt>
    <dgm:pt modelId="{40C14481-DC11-4D8C-B138-8E3B3872D510}" type="sibTrans" cxnId="{173866D6-FD31-451D-A498-C4D83FAA4C4C}">
      <dgm:prSet/>
      <dgm:spPr/>
      <dgm:t>
        <a:bodyPr/>
        <a:lstStyle/>
        <a:p>
          <a:endParaRPr lang="en-GB"/>
        </a:p>
      </dgm:t>
    </dgm:pt>
    <dgm:pt modelId="{81153115-D782-4B35-98E1-61FF6CB661CC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hr-HR" b="0" i="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10.12.2025. – 10.1.2026.</a:t>
          </a:r>
          <a:endParaRPr lang="en-GB" b="0" i="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gm:t>
    </dgm:pt>
    <dgm:pt modelId="{58B6C2F1-5B14-49CE-8DA4-ED7C63654F89}" type="parTrans" cxnId="{D4D88F73-4863-4C43-BB7A-511DCCD19837}">
      <dgm:prSet/>
      <dgm:spPr/>
      <dgm:t>
        <a:bodyPr/>
        <a:lstStyle/>
        <a:p>
          <a:endParaRPr lang="en-GB"/>
        </a:p>
      </dgm:t>
    </dgm:pt>
    <dgm:pt modelId="{9A9A15F8-C4B7-4752-97C2-B99FDA82C2F2}" type="sibTrans" cxnId="{D4D88F73-4863-4C43-BB7A-511DCCD19837}">
      <dgm:prSet/>
      <dgm:spPr/>
      <dgm:t>
        <a:bodyPr/>
        <a:lstStyle/>
        <a:p>
          <a:endParaRPr lang="en-GB"/>
        </a:p>
      </dgm:t>
    </dgm:pt>
    <dgm:pt modelId="{41CD51CE-4C62-4264-B432-7B3389383E63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Narudžbe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9D0D5165-0C29-43AB-8528-FAADBC661911}" type="parTrans" cxnId="{16F21CF1-5EF6-4203-B69E-8BEEA9C20C11}">
      <dgm:prSet/>
      <dgm:spPr/>
      <dgm:t>
        <a:bodyPr/>
        <a:lstStyle/>
        <a:p>
          <a:endParaRPr lang="en-GB"/>
        </a:p>
      </dgm:t>
    </dgm:pt>
    <dgm:pt modelId="{A1242F68-18A3-4CE2-B6E1-76327476BD48}" type="sibTrans" cxnId="{16F21CF1-5EF6-4203-B69E-8BEEA9C20C11}">
      <dgm:prSet/>
      <dgm:spPr/>
      <dgm:t>
        <a:bodyPr/>
        <a:lstStyle/>
        <a:p>
          <a:endParaRPr lang="en-GB"/>
        </a:p>
      </dgm:t>
    </dgm:pt>
    <dgm:pt modelId="{FDF4A876-2FC8-43CE-9AE7-92D22FE0E5AF}">
      <dgm:prSet phldrT="[Text]"/>
      <dgm:spPr>
        <a:solidFill>
          <a:schemeClr val="bg1"/>
        </a:solidFill>
      </dgm:spPr>
      <dgm:t>
        <a:bodyPr/>
        <a:lstStyle/>
        <a:p>
          <a:r>
            <a:rPr lang="hr-HR" b="0" i="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10.1.2026 – 23.1.2026.</a:t>
          </a:r>
          <a:endParaRPr lang="en-GB" b="0" i="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gm:t>
    </dgm:pt>
    <dgm:pt modelId="{B9519B69-1029-4D13-A371-68D39F7CBDC9}" type="parTrans" cxnId="{B4F52C80-C404-4D53-A2AF-4ECC2FA478B4}">
      <dgm:prSet/>
      <dgm:spPr/>
      <dgm:t>
        <a:bodyPr/>
        <a:lstStyle/>
        <a:p>
          <a:endParaRPr lang="en-GB"/>
        </a:p>
      </dgm:t>
    </dgm:pt>
    <dgm:pt modelId="{2FD35956-1616-4F60-B4D6-09DE2C90261B}" type="sibTrans" cxnId="{B4F52C80-C404-4D53-A2AF-4ECC2FA478B4}">
      <dgm:prSet/>
      <dgm:spPr/>
      <dgm:t>
        <a:bodyPr/>
        <a:lstStyle/>
        <a:p>
          <a:endParaRPr lang="en-GB"/>
        </a:p>
      </dgm:t>
    </dgm:pt>
    <dgm:pt modelId="{A9C1EDA6-7BFE-451A-876C-928959E98AB8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Završni</a:t>
          </a:r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detalji</a:t>
          </a:r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aplikacije</a:t>
          </a:r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i</a:t>
          </a:r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dokumentacije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654E0F91-E891-4859-9D26-10FC51126CB0}" type="parTrans" cxnId="{A1EE7F5B-3FE4-4B6E-BDF0-016A8E0FA000}">
      <dgm:prSet/>
      <dgm:spPr/>
      <dgm:t>
        <a:bodyPr/>
        <a:lstStyle/>
        <a:p>
          <a:endParaRPr lang="en-GB"/>
        </a:p>
      </dgm:t>
    </dgm:pt>
    <dgm:pt modelId="{A7DD5498-4DD5-453C-8BF4-F15D4C217B74}" type="sibTrans" cxnId="{A1EE7F5B-3FE4-4B6E-BDF0-016A8E0FA000}">
      <dgm:prSet/>
      <dgm:spPr/>
      <dgm:t>
        <a:bodyPr/>
        <a:lstStyle/>
        <a:p>
          <a:endParaRPr lang="en-GB"/>
        </a:p>
      </dgm:t>
    </dgm:pt>
    <dgm:pt modelId="{E6F8CAE0-583D-4B91-937A-2F95C89489B1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Dizjan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285D9D59-EA42-41AF-ABED-10C4766AEE2A}" type="sibTrans" cxnId="{DD828E3B-368C-4066-B2F9-799F575762D7}">
      <dgm:prSet/>
      <dgm:spPr/>
      <dgm:t>
        <a:bodyPr/>
        <a:lstStyle/>
        <a:p>
          <a:endParaRPr lang="en-GB"/>
        </a:p>
      </dgm:t>
    </dgm:pt>
    <dgm:pt modelId="{8E05FAD4-388E-4251-A303-EF35FF45F685}" type="parTrans" cxnId="{DD828E3B-368C-4066-B2F9-799F575762D7}">
      <dgm:prSet/>
      <dgm:spPr/>
      <dgm:t>
        <a:bodyPr/>
        <a:lstStyle/>
        <a:p>
          <a:endParaRPr lang="en-GB"/>
        </a:p>
      </dgm:t>
    </dgm:pt>
    <dgm:pt modelId="{3ED5BB76-2B3A-BE46-BC30-D7B75C576A1E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Login</a:t>
          </a:r>
        </a:p>
      </dgm:t>
    </dgm:pt>
    <dgm:pt modelId="{7CCD67AC-6F62-C64D-9905-201E29967415}" type="parTrans" cxnId="{99243294-E481-CD46-91FB-2F5513CEADCD}">
      <dgm:prSet/>
      <dgm:spPr/>
      <dgm:t>
        <a:bodyPr/>
        <a:lstStyle/>
        <a:p>
          <a:endParaRPr lang="en-US"/>
        </a:p>
      </dgm:t>
    </dgm:pt>
    <dgm:pt modelId="{A94888C5-4D86-8243-8664-40CB0C45B7A5}" type="sibTrans" cxnId="{99243294-E481-CD46-91FB-2F5513CEADCD}">
      <dgm:prSet/>
      <dgm:spPr/>
      <dgm:t>
        <a:bodyPr/>
        <a:lstStyle/>
        <a:p>
          <a:endParaRPr lang="en-US"/>
        </a:p>
      </dgm:t>
    </dgm:pt>
    <dgm:pt modelId="{66A495EC-642F-1841-B74A-ABC11EE893DF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Baza</a:t>
          </a:r>
        </a:p>
      </dgm:t>
    </dgm:pt>
    <dgm:pt modelId="{E654A78E-AEF5-9A41-82DA-93F550A070FD}" type="parTrans" cxnId="{72CC8A6D-6F24-2449-9DC9-2832FEB8704A}">
      <dgm:prSet/>
      <dgm:spPr/>
      <dgm:t>
        <a:bodyPr/>
        <a:lstStyle/>
        <a:p>
          <a:endParaRPr lang="en-US"/>
        </a:p>
      </dgm:t>
    </dgm:pt>
    <dgm:pt modelId="{6E657902-0778-6D41-9F5D-410A069431C9}" type="sibTrans" cxnId="{72CC8A6D-6F24-2449-9DC9-2832FEB8704A}">
      <dgm:prSet/>
      <dgm:spPr/>
      <dgm:t>
        <a:bodyPr/>
        <a:lstStyle/>
        <a:p>
          <a:endParaRPr lang="en-US"/>
        </a:p>
      </dgm:t>
    </dgm:pt>
    <dgm:pt modelId="{5ECC9187-E5F4-E344-807A-E1FED74F98D3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Profile page</a:t>
          </a:r>
        </a:p>
      </dgm:t>
    </dgm:pt>
    <dgm:pt modelId="{D20AD04B-926E-514B-AFE6-7DA9035C12C5}" type="parTrans" cxnId="{2815C03D-EEA8-CE4B-B5DF-3C85F7831385}">
      <dgm:prSet/>
      <dgm:spPr/>
      <dgm:t>
        <a:bodyPr/>
        <a:lstStyle/>
        <a:p>
          <a:endParaRPr lang="en-US"/>
        </a:p>
      </dgm:t>
    </dgm:pt>
    <dgm:pt modelId="{50892EC7-7DE2-5148-B9CD-3E80C0AC7D79}" type="sibTrans" cxnId="{2815C03D-EEA8-CE4B-B5DF-3C85F7831385}">
      <dgm:prSet/>
      <dgm:spPr/>
      <dgm:t>
        <a:bodyPr/>
        <a:lstStyle/>
        <a:p>
          <a:endParaRPr lang="en-US"/>
        </a:p>
      </dgm:t>
    </dgm:pt>
    <dgm:pt modelId="{450F8617-77EB-6C4C-AA04-6A1B6F26ADF4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OAuth</a:t>
          </a:r>
        </a:p>
      </dgm:t>
    </dgm:pt>
    <dgm:pt modelId="{FBC803F2-6029-5040-9B45-D2B128BE3B02}" type="parTrans" cxnId="{24876537-8388-A54B-BDCE-6FE0847CF4AC}">
      <dgm:prSet/>
      <dgm:spPr/>
      <dgm:t>
        <a:bodyPr/>
        <a:lstStyle/>
        <a:p>
          <a:endParaRPr lang="en-US"/>
        </a:p>
      </dgm:t>
    </dgm:pt>
    <dgm:pt modelId="{62DAB5D6-F4FA-C144-94FD-BC2CCFDD3BE1}" type="sibTrans" cxnId="{24876537-8388-A54B-BDCE-6FE0847CF4AC}">
      <dgm:prSet/>
      <dgm:spPr/>
      <dgm:t>
        <a:bodyPr/>
        <a:lstStyle/>
        <a:p>
          <a:endParaRPr lang="en-US"/>
        </a:p>
      </dgm:t>
    </dgm:pt>
    <dgm:pt modelId="{04FAEA56-01C1-B14E-9B76-C4F44F79DD3F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Edit </a:t>
          </a:r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dokumentacije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4A25D3E3-9424-D048-B457-938EC7BBF7A2}" type="parTrans" cxnId="{19402D1D-8663-5248-A82F-FA457A2A164B}">
      <dgm:prSet/>
      <dgm:spPr/>
      <dgm:t>
        <a:bodyPr/>
        <a:lstStyle/>
        <a:p>
          <a:endParaRPr lang="en-US"/>
        </a:p>
      </dgm:t>
    </dgm:pt>
    <dgm:pt modelId="{05320366-BB79-064E-AFDC-FE882D663ED1}" type="sibTrans" cxnId="{19402D1D-8663-5248-A82F-FA457A2A164B}">
      <dgm:prSet/>
      <dgm:spPr/>
      <dgm:t>
        <a:bodyPr/>
        <a:lstStyle/>
        <a:p>
          <a:endParaRPr lang="en-US"/>
        </a:p>
      </dgm:t>
    </dgm:pt>
    <dgm:pt modelId="{27BA7D1A-3EB8-854C-B701-7A1C69B72F4B}">
      <dgm:prSet phldrT="[Text]" custT="1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Kalkulator</a:t>
          </a:r>
          <a:endParaRPr lang="en-GB" sz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gm:t>
    </dgm:pt>
    <dgm:pt modelId="{A1EE85CF-66E9-A14E-B1EB-D96D3A67F188}" type="parTrans" cxnId="{2504186C-263C-6342-80DC-BE04428C6CB8}">
      <dgm:prSet/>
      <dgm:spPr/>
      <dgm:t>
        <a:bodyPr/>
        <a:lstStyle/>
        <a:p>
          <a:endParaRPr lang="en-US"/>
        </a:p>
      </dgm:t>
    </dgm:pt>
    <dgm:pt modelId="{3EB8DCD4-6A38-3149-97AE-DEF4C86201F3}" type="sibTrans" cxnId="{2504186C-263C-6342-80DC-BE04428C6CB8}">
      <dgm:prSet/>
      <dgm:spPr/>
      <dgm:t>
        <a:bodyPr/>
        <a:lstStyle/>
        <a:p>
          <a:endParaRPr lang="en-US"/>
        </a:p>
      </dgm:t>
    </dgm:pt>
    <dgm:pt modelId="{710E0F20-7661-41D4-803F-5AD433ED4CAF}" type="pres">
      <dgm:prSet presAssocID="{B149044A-37ED-4056-9282-28CE2A5EFA6E}" presName="Name0" presStyleCnt="0">
        <dgm:presLayoutVars>
          <dgm:dir/>
          <dgm:animLvl val="lvl"/>
          <dgm:resizeHandles val="exact"/>
        </dgm:presLayoutVars>
      </dgm:prSet>
      <dgm:spPr/>
    </dgm:pt>
    <dgm:pt modelId="{8000B841-FC18-48CA-A5DC-4B10727C6CBE}" type="pres">
      <dgm:prSet presAssocID="{B149044A-37ED-4056-9282-28CE2A5EFA6E}" presName="tSp" presStyleCnt="0"/>
      <dgm:spPr/>
    </dgm:pt>
    <dgm:pt modelId="{44DEBBFD-0501-4162-B445-2A529089B5C4}" type="pres">
      <dgm:prSet presAssocID="{B149044A-37ED-4056-9282-28CE2A5EFA6E}" presName="bSp" presStyleCnt="0"/>
      <dgm:spPr/>
    </dgm:pt>
    <dgm:pt modelId="{F975ED1A-DC8B-413A-AD11-7CA8F9BC7FC2}" type="pres">
      <dgm:prSet presAssocID="{B149044A-37ED-4056-9282-28CE2A5EFA6E}" presName="process" presStyleCnt="0"/>
      <dgm:spPr/>
    </dgm:pt>
    <dgm:pt modelId="{5F4EE893-9BFF-49DC-9B1D-E0227A3A56E0}" type="pres">
      <dgm:prSet presAssocID="{332EDA33-4EC6-4344-95FA-0F258C5F4653}" presName="composite1" presStyleCnt="0"/>
      <dgm:spPr/>
    </dgm:pt>
    <dgm:pt modelId="{EA78A807-CE4F-4D4C-93D5-AA5F4FBAD973}" type="pres">
      <dgm:prSet presAssocID="{332EDA33-4EC6-4344-95FA-0F258C5F4653}" presName="dummyNode1" presStyleLbl="node1" presStyleIdx="0" presStyleCnt="4"/>
      <dgm:spPr/>
    </dgm:pt>
    <dgm:pt modelId="{487EACB2-B12F-4BE3-BD9B-F0E1B404F74B}" type="pres">
      <dgm:prSet presAssocID="{332EDA33-4EC6-4344-95FA-0F258C5F4653}" presName="childNode1" presStyleLbl="bgAcc1" presStyleIdx="0" presStyleCnt="4">
        <dgm:presLayoutVars>
          <dgm:bulletEnabled val="1"/>
        </dgm:presLayoutVars>
      </dgm:prSet>
      <dgm:spPr/>
    </dgm:pt>
    <dgm:pt modelId="{EF7F6230-39FA-40E8-B9F7-1651BF1E30C0}" type="pres">
      <dgm:prSet presAssocID="{332EDA33-4EC6-4344-95FA-0F258C5F4653}" presName="childNode1tx" presStyleLbl="bgAcc1" presStyleIdx="0" presStyleCnt="4">
        <dgm:presLayoutVars>
          <dgm:bulletEnabled val="1"/>
        </dgm:presLayoutVars>
      </dgm:prSet>
      <dgm:spPr/>
    </dgm:pt>
    <dgm:pt modelId="{90BEEAFF-4DE0-4B42-9DB6-F27A9CF3B7D7}" type="pres">
      <dgm:prSet presAssocID="{332EDA33-4EC6-4344-95FA-0F258C5F4653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0D23203A-BA95-43ED-B365-CA03129A727E}" type="pres">
      <dgm:prSet presAssocID="{332EDA33-4EC6-4344-95FA-0F258C5F4653}" presName="connSite1" presStyleCnt="0"/>
      <dgm:spPr/>
    </dgm:pt>
    <dgm:pt modelId="{2432D2B4-2EDC-434B-B33A-03DEE845E8AC}" type="pres">
      <dgm:prSet presAssocID="{F7ED9D18-B5CB-4EED-BC0A-305E07AFBCB8}" presName="Name9" presStyleLbl="sibTrans2D1" presStyleIdx="0" presStyleCnt="3"/>
      <dgm:spPr/>
    </dgm:pt>
    <dgm:pt modelId="{291B418F-1979-471B-ABEC-CD77F10C9492}" type="pres">
      <dgm:prSet presAssocID="{37987A0A-C7A3-49FD-A4D1-D58CB910C90A}" presName="composite2" presStyleCnt="0"/>
      <dgm:spPr/>
    </dgm:pt>
    <dgm:pt modelId="{002C35AF-AA6B-4702-B9C7-E5CBF520B1C2}" type="pres">
      <dgm:prSet presAssocID="{37987A0A-C7A3-49FD-A4D1-D58CB910C90A}" presName="dummyNode2" presStyleLbl="node1" presStyleIdx="0" presStyleCnt="4"/>
      <dgm:spPr/>
    </dgm:pt>
    <dgm:pt modelId="{F0C07FF5-DF35-42DD-9912-C0C9F7F4E55E}" type="pres">
      <dgm:prSet presAssocID="{37987A0A-C7A3-49FD-A4D1-D58CB910C90A}" presName="childNode2" presStyleLbl="bgAcc1" presStyleIdx="1" presStyleCnt="4">
        <dgm:presLayoutVars>
          <dgm:bulletEnabled val="1"/>
        </dgm:presLayoutVars>
      </dgm:prSet>
      <dgm:spPr/>
    </dgm:pt>
    <dgm:pt modelId="{458F784D-539C-41D7-ABAC-54C6EEDD873D}" type="pres">
      <dgm:prSet presAssocID="{37987A0A-C7A3-49FD-A4D1-D58CB910C90A}" presName="childNode2tx" presStyleLbl="bgAcc1" presStyleIdx="1" presStyleCnt="4">
        <dgm:presLayoutVars>
          <dgm:bulletEnabled val="1"/>
        </dgm:presLayoutVars>
      </dgm:prSet>
      <dgm:spPr/>
    </dgm:pt>
    <dgm:pt modelId="{7B82EA95-5A86-4F7E-90C4-E82F04613B2E}" type="pres">
      <dgm:prSet presAssocID="{37987A0A-C7A3-49FD-A4D1-D58CB910C90A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3652778D-B60C-4FB1-B341-80FB961A3D02}" type="pres">
      <dgm:prSet presAssocID="{37987A0A-C7A3-49FD-A4D1-D58CB910C90A}" presName="connSite2" presStyleCnt="0"/>
      <dgm:spPr/>
    </dgm:pt>
    <dgm:pt modelId="{2D6A1A6F-92F5-4736-8DD7-1350E81B92E0}" type="pres">
      <dgm:prSet presAssocID="{B1D5FB1A-43E0-4347-B020-1F3B41F64F17}" presName="Name18" presStyleLbl="sibTrans2D1" presStyleIdx="1" presStyleCnt="3"/>
      <dgm:spPr/>
    </dgm:pt>
    <dgm:pt modelId="{09F2294F-865F-49E6-8F0D-1663819919C4}" type="pres">
      <dgm:prSet presAssocID="{81153115-D782-4B35-98E1-61FF6CB661CC}" presName="composite1" presStyleCnt="0"/>
      <dgm:spPr/>
    </dgm:pt>
    <dgm:pt modelId="{46ABF61C-6CBA-4247-80D9-619268EA8680}" type="pres">
      <dgm:prSet presAssocID="{81153115-D782-4B35-98E1-61FF6CB661CC}" presName="dummyNode1" presStyleLbl="node1" presStyleIdx="1" presStyleCnt="4"/>
      <dgm:spPr/>
    </dgm:pt>
    <dgm:pt modelId="{3B395C2D-D16E-43F0-9679-89765F0D26E8}" type="pres">
      <dgm:prSet presAssocID="{81153115-D782-4B35-98E1-61FF6CB661CC}" presName="childNode1" presStyleLbl="bgAcc1" presStyleIdx="2" presStyleCnt="4">
        <dgm:presLayoutVars>
          <dgm:bulletEnabled val="1"/>
        </dgm:presLayoutVars>
      </dgm:prSet>
      <dgm:spPr/>
    </dgm:pt>
    <dgm:pt modelId="{1C105C05-17F5-4FFF-B960-E576D5769397}" type="pres">
      <dgm:prSet presAssocID="{81153115-D782-4B35-98E1-61FF6CB661CC}" presName="childNode1tx" presStyleLbl="bgAcc1" presStyleIdx="2" presStyleCnt="4">
        <dgm:presLayoutVars>
          <dgm:bulletEnabled val="1"/>
        </dgm:presLayoutVars>
      </dgm:prSet>
      <dgm:spPr/>
    </dgm:pt>
    <dgm:pt modelId="{6CB8BC3C-EA66-40E6-A844-8DA82B936B29}" type="pres">
      <dgm:prSet presAssocID="{81153115-D782-4B35-98E1-61FF6CB661CC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DB4B9C5B-74CD-4DC4-81CB-233F8AF2D1C0}" type="pres">
      <dgm:prSet presAssocID="{81153115-D782-4B35-98E1-61FF6CB661CC}" presName="connSite1" presStyleCnt="0"/>
      <dgm:spPr/>
    </dgm:pt>
    <dgm:pt modelId="{CD8E1C46-8676-4CF7-890D-B7415888E38D}" type="pres">
      <dgm:prSet presAssocID="{9A9A15F8-C4B7-4752-97C2-B99FDA82C2F2}" presName="Name9" presStyleLbl="sibTrans2D1" presStyleIdx="2" presStyleCnt="3"/>
      <dgm:spPr/>
    </dgm:pt>
    <dgm:pt modelId="{347B122F-84E3-4FBC-AF23-F63D16E452F6}" type="pres">
      <dgm:prSet presAssocID="{FDF4A876-2FC8-43CE-9AE7-92D22FE0E5AF}" presName="composite2" presStyleCnt="0"/>
      <dgm:spPr/>
    </dgm:pt>
    <dgm:pt modelId="{17AC6054-A527-4048-84A3-F886AED040C2}" type="pres">
      <dgm:prSet presAssocID="{FDF4A876-2FC8-43CE-9AE7-92D22FE0E5AF}" presName="dummyNode2" presStyleLbl="node1" presStyleIdx="2" presStyleCnt="4"/>
      <dgm:spPr/>
    </dgm:pt>
    <dgm:pt modelId="{9DFEBEF4-64AB-4CA5-B39B-26F519034491}" type="pres">
      <dgm:prSet presAssocID="{FDF4A876-2FC8-43CE-9AE7-92D22FE0E5AF}" presName="childNode2" presStyleLbl="bgAcc1" presStyleIdx="3" presStyleCnt="4">
        <dgm:presLayoutVars>
          <dgm:bulletEnabled val="1"/>
        </dgm:presLayoutVars>
      </dgm:prSet>
      <dgm:spPr/>
    </dgm:pt>
    <dgm:pt modelId="{5EB3B412-E916-4ACD-A866-475FA577F890}" type="pres">
      <dgm:prSet presAssocID="{FDF4A876-2FC8-43CE-9AE7-92D22FE0E5AF}" presName="childNode2tx" presStyleLbl="bgAcc1" presStyleIdx="3" presStyleCnt="4">
        <dgm:presLayoutVars>
          <dgm:bulletEnabled val="1"/>
        </dgm:presLayoutVars>
      </dgm:prSet>
      <dgm:spPr/>
    </dgm:pt>
    <dgm:pt modelId="{5DBA2693-C4AA-4CA7-A883-EE917EA82D0D}" type="pres">
      <dgm:prSet presAssocID="{FDF4A876-2FC8-43CE-9AE7-92D22FE0E5AF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7A45DA60-A97F-4830-B84A-BF510F7FD742}" type="pres">
      <dgm:prSet presAssocID="{FDF4A876-2FC8-43CE-9AE7-92D22FE0E5AF}" presName="connSite2" presStyleCnt="0"/>
      <dgm:spPr/>
    </dgm:pt>
  </dgm:ptLst>
  <dgm:cxnLst>
    <dgm:cxn modelId="{E0427707-4EA4-894C-9CB8-C4D488249300}" type="presOf" srcId="{5ECC9187-E5F4-E344-807A-E1FED74F98D3}" destId="{F0C07FF5-DF35-42DD-9912-C0C9F7F4E55E}" srcOrd="0" destOrd="1" presId="urn:microsoft.com/office/officeart/2005/8/layout/hProcess4"/>
    <dgm:cxn modelId="{59E8BB0C-3757-4748-AA02-9AB78A629E71}" srcId="{B149044A-37ED-4056-9282-28CE2A5EFA6E}" destId="{37987A0A-C7A3-49FD-A4D1-D58CB910C90A}" srcOrd="1" destOrd="0" parTransId="{453F0E76-F0E0-4D30-BCDE-2A2DAC4C8DC4}" sibTransId="{B1D5FB1A-43E0-4347-B020-1F3B41F64F17}"/>
    <dgm:cxn modelId="{FBA22319-A850-4751-BB4F-2F7743AEE0DC}" srcId="{332EDA33-4EC6-4344-95FA-0F258C5F4653}" destId="{86F7B40D-5E12-4BEE-B074-C89F4889B209}" srcOrd="0" destOrd="0" parTransId="{40350054-A8D3-4FFE-93F3-FAC945903AE7}" sibTransId="{189812DE-A726-45FE-B1E4-F505D8E82E24}"/>
    <dgm:cxn modelId="{2B03D81B-02C8-D143-8330-171F36945C1B}" type="presOf" srcId="{66A495EC-642F-1841-B74A-ABC11EE893DF}" destId="{487EACB2-B12F-4BE3-BD9B-F0E1B404F74B}" srcOrd="0" destOrd="3" presId="urn:microsoft.com/office/officeart/2005/8/layout/hProcess4"/>
    <dgm:cxn modelId="{19402D1D-8663-5248-A82F-FA457A2A164B}" srcId="{81153115-D782-4B35-98E1-61FF6CB661CC}" destId="{04FAEA56-01C1-B14E-9B76-C4F44F79DD3F}" srcOrd="1" destOrd="0" parTransId="{4A25D3E3-9424-D048-B457-938EC7BBF7A2}" sibTransId="{05320366-BB79-064E-AFDC-FE882D663ED1}"/>
    <dgm:cxn modelId="{052AE920-672A-48DE-A637-BCAADFE0B1D0}" type="presOf" srcId="{41CD51CE-4C62-4264-B432-7B3389383E63}" destId="{3B395C2D-D16E-43F0-9679-89765F0D26E8}" srcOrd="0" destOrd="0" presId="urn:microsoft.com/office/officeart/2005/8/layout/hProcess4"/>
    <dgm:cxn modelId="{5C733D31-E128-6640-B179-43FBEE342769}" type="presOf" srcId="{27BA7D1A-3EB8-854C-B701-7A1C69B72F4B}" destId="{3B395C2D-D16E-43F0-9679-89765F0D26E8}" srcOrd="0" destOrd="2" presId="urn:microsoft.com/office/officeart/2005/8/layout/hProcess4"/>
    <dgm:cxn modelId="{24876537-8388-A54B-BDCE-6FE0847CF4AC}" srcId="{37987A0A-C7A3-49FD-A4D1-D58CB910C90A}" destId="{450F8617-77EB-6C4C-AA04-6A1B6F26ADF4}" srcOrd="2" destOrd="0" parTransId="{FBC803F2-6029-5040-9B45-D2B128BE3B02}" sibTransId="{62DAB5D6-F4FA-C144-94FD-BC2CCFDD3BE1}"/>
    <dgm:cxn modelId="{2B9FD638-F335-496C-BD4B-F3338DEDBF95}" type="presOf" srcId="{E6F8CAE0-583D-4B91-937A-2F95C89489B1}" destId="{EF7F6230-39FA-40E8-B9F7-1651BF1E30C0}" srcOrd="1" destOrd="1" presId="urn:microsoft.com/office/officeart/2005/8/layout/hProcess4"/>
    <dgm:cxn modelId="{DD828E3B-368C-4066-B2F9-799F575762D7}" srcId="{332EDA33-4EC6-4344-95FA-0F258C5F4653}" destId="{E6F8CAE0-583D-4B91-937A-2F95C89489B1}" srcOrd="1" destOrd="0" parTransId="{8E05FAD4-388E-4251-A303-EF35FF45F685}" sibTransId="{285D9D59-EA42-41AF-ABED-10C4766AEE2A}"/>
    <dgm:cxn modelId="{F8E5013C-D789-4514-A745-4AAC3C53EFBD}" type="presOf" srcId="{86F7B40D-5E12-4BEE-B074-C89F4889B209}" destId="{487EACB2-B12F-4BE3-BD9B-F0E1B404F74B}" srcOrd="0" destOrd="0" presId="urn:microsoft.com/office/officeart/2005/8/layout/hProcess4"/>
    <dgm:cxn modelId="{2815C03D-EEA8-CE4B-B5DF-3C85F7831385}" srcId="{37987A0A-C7A3-49FD-A4D1-D58CB910C90A}" destId="{5ECC9187-E5F4-E344-807A-E1FED74F98D3}" srcOrd="1" destOrd="0" parTransId="{D20AD04B-926E-514B-AFE6-7DA9035C12C5}" sibTransId="{50892EC7-7DE2-5148-B9CD-3E80C0AC7D79}"/>
    <dgm:cxn modelId="{785EF042-D3A0-4F9D-98B0-0E0013AD95E4}" type="presOf" srcId="{E6F8CAE0-583D-4B91-937A-2F95C89489B1}" destId="{487EACB2-B12F-4BE3-BD9B-F0E1B404F74B}" srcOrd="0" destOrd="1" presId="urn:microsoft.com/office/officeart/2005/8/layout/hProcess4"/>
    <dgm:cxn modelId="{20B64053-0316-4AD0-B541-803BA09D3541}" type="presOf" srcId="{B149044A-37ED-4056-9282-28CE2A5EFA6E}" destId="{710E0F20-7661-41D4-803F-5AD433ED4CAF}" srcOrd="0" destOrd="0" presId="urn:microsoft.com/office/officeart/2005/8/layout/hProcess4"/>
    <dgm:cxn modelId="{A1EE7F5B-3FE4-4B6E-BDF0-016A8E0FA000}" srcId="{FDF4A876-2FC8-43CE-9AE7-92D22FE0E5AF}" destId="{A9C1EDA6-7BFE-451A-876C-928959E98AB8}" srcOrd="0" destOrd="0" parTransId="{654E0F91-E891-4859-9D26-10FC51126CB0}" sibTransId="{A7DD5498-4DD5-453C-8BF4-F15D4C217B74}"/>
    <dgm:cxn modelId="{2504186C-263C-6342-80DC-BE04428C6CB8}" srcId="{81153115-D782-4B35-98E1-61FF6CB661CC}" destId="{27BA7D1A-3EB8-854C-B701-7A1C69B72F4B}" srcOrd="2" destOrd="0" parTransId="{A1EE85CF-66E9-A14E-B1EB-D96D3A67F188}" sibTransId="{3EB8DCD4-6A38-3149-97AE-DEF4C86201F3}"/>
    <dgm:cxn modelId="{72CC8A6D-6F24-2449-9DC9-2832FEB8704A}" srcId="{332EDA33-4EC6-4344-95FA-0F258C5F4653}" destId="{66A495EC-642F-1841-B74A-ABC11EE893DF}" srcOrd="3" destOrd="0" parTransId="{E654A78E-AEF5-9A41-82DA-93F550A070FD}" sibTransId="{6E657902-0778-6D41-9F5D-410A069431C9}"/>
    <dgm:cxn modelId="{E140B46F-A376-41D6-8107-F3F038D3BAEE}" type="presOf" srcId="{9A9A15F8-C4B7-4752-97C2-B99FDA82C2F2}" destId="{CD8E1C46-8676-4CF7-890D-B7415888E38D}" srcOrd="0" destOrd="0" presId="urn:microsoft.com/office/officeart/2005/8/layout/hProcess4"/>
    <dgm:cxn modelId="{D4D88F73-4863-4C43-BB7A-511DCCD19837}" srcId="{B149044A-37ED-4056-9282-28CE2A5EFA6E}" destId="{81153115-D782-4B35-98E1-61FF6CB661CC}" srcOrd="2" destOrd="0" parTransId="{58B6C2F1-5B14-49CE-8DA4-ED7C63654F89}" sibTransId="{9A9A15F8-C4B7-4752-97C2-B99FDA82C2F2}"/>
    <dgm:cxn modelId="{9C67517B-47A4-4B7F-AE6B-5DEFA0A1A539}" type="presOf" srcId="{332EDA33-4EC6-4344-95FA-0F258C5F4653}" destId="{90BEEAFF-4DE0-4B42-9DB6-F27A9CF3B7D7}" srcOrd="0" destOrd="0" presId="urn:microsoft.com/office/officeart/2005/8/layout/hProcess4"/>
    <dgm:cxn modelId="{B4F52C80-C404-4D53-A2AF-4ECC2FA478B4}" srcId="{B149044A-37ED-4056-9282-28CE2A5EFA6E}" destId="{FDF4A876-2FC8-43CE-9AE7-92D22FE0E5AF}" srcOrd="3" destOrd="0" parTransId="{B9519B69-1029-4D13-A371-68D39F7CBDC9}" sibTransId="{2FD35956-1616-4F60-B4D6-09DE2C90261B}"/>
    <dgm:cxn modelId="{404BC48D-9713-A845-9234-07084F30539E}" type="presOf" srcId="{04FAEA56-01C1-B14E-9B76-C4F44F79DD3F}" destId="{1C105C05-17F5-4FFF-B960-E576D5769397}" srcOrd="1" destOrd="1" presId="urn:microsoft.com/office/officeart/2005/8/layout/hProcess4"/>
    <dgm:cxn modelId="{99243294-E481-CD46-91FB-2F5513CEADCD}" srcId="{332EDA33-4EC6-4344-95FA-0F258C5F4653}" destId="{3ED5BB76-2B3A-BE46-BC30-D7B75C576A1E}" srcOrd="2" destOrd="0" parTransId="{7CCD67AC-6F62-C64D-9905-201E29967415}" sibTransId="{A94888C5-4D86-8243-8664-40CB0C45B7A5}"/>
    <dgm:cxn modelId="{191FFC97-CA12-174F-A50D-6EF6C06F095C}" type="presOf" srcId="{66A495EC-642F-1841-B74A-ABC11EE893DF}" destId="{EF7F6230-39FA-40E8-B9F7-1651BF1E30C0}" srcOrd="1" destOrd="3" presId="urn:microsoft.com/office/officeart/2005/8/layout/hProcess4"/>
    <dgm:cxn modelId="{8EADC998-5E18-425B-A849-66B69C44853D}" type="presOf" srcId="{A9C1EDA6-7BFE-451A-876C-928959E98AB8}" destId="{9DFEBEF4-64AB-4CA5-B39B-26F519034491}" srcOrd="0" destOrd="0" presId="urn:microsoft.com/office/officeart/2005/8/layout/hProcess4"/>
    <dgm:cxn modelId="{C2A3B79C-AF58-EE46-B9EF-321D71461183}" type="presOf" srcId="{3ED5BB76-2B3A-BE46-BC30-D7B75C576A1E}" destId="{EF7F6230-39FA-40E8-B9F7-1651BF1E30C0}" srcOrd="1" destOrd="2" presId="urn:microsoft.com/office/officeart/2005/8/layout/hProcess4"/>
    <dgm:cxn modelId="{8C05A09E-0115-499A-8135-9F8D23A226F1}" type="presOf" srcId="{439EAB0B-5CA6-41F5-B439-A3B811E32758}" destId="{458F784D-539C-41D7-ABAC-54C6EEDD873D}" srcOrd="1" destOrd="0" presId="urn:microsoft.com/office/officeart/2005/8/layout/hProcess4"/>
    <dgm:cxn modelId="{A7F9D9A0-A8D2-4208-B45C-3559F9951509}" type="presOf" srcId="{F7ED9D18-B5CB-4EED-BC0A-305E07AFBCB8}" destId="{2432D2B4-2EDC-434B-B33A-03DEE845E8AC}" srcOrd="0" destOrd="0" presId="urn:microsoft.com/office/officeart/2005/8/layout/hProcess4"/>
    <dgm:cxn modelId="{4BBC3DA7-9C11-9B41-9775-73A6E8FB7BEF}" type="presOf" srcId="{3ED5BB76-2B3A-BE46-BC30-D7B75C576A1E}" destId="{487EACB2-B12F-4BE3-BD9B-F0E1B404F74B}" srcOrd="0" destOrd="2" presId="urn:microsoft.com/office/officeart/2005/8/layout/hProcess4"/>
    <dgm:cxn modelId="{C8A0FDA7-4D70-4B04-994A-AAA20997D4CB}" type="presOf" srcId="{86F7B40D-5E12-4BEE-B074-C89F4889B209}" destId="{EF7F6230-39FA-40E8-B9F7-1651BF1E30C0}" srcOrd="1" destOrd="0" presId="urn:microsoft.com/office/officeart/2005/8/layout/hProcess4"/>
    <dgm:cxn modelId="{CE5FFFA9-EF36-457B-8E1C-2E88C17F37C4}" type="presOf" srcId="{FDF4A876-2FC8-43CE-9AE7-92D22FE0E5AF}" destId="{5DBA2693-C4AA-4CA7-A883-EE917EA82D0D}" srcOrd="0" destOrd="0" presId="urn:microsoft.com/office/officeart/2005/8/layout/hProcess4"/>
    <dgm:cxn modelId="{41B8F1AB-74BD-4256-AB52-92B83F67A747}" type="presOf" srcId="{439EAB0B-5CA6-41F5-B439-A3B811E32758}" destId="{F0C07FF5-DF35-42DD-9912-C0C9F7F4E55E}" srcOrd="0" destOrd="0" presId="urn:microsoft.com/office/officeart/2005/8/layout/hProcess4"/>
    <dgm:cxn modelId="{DBD4EAB7-DAAA-4F3F-8B57-F2F6702CE285}" type="presOf" srcId="{81153115-D782-4B35-98E1-61FF6CB661CC}" destId="{6CB8BC3C-EA66-40E6-A844-8DA82B936B29}" srcOrd="0" destOrd="0" presId="urn:microsoft.com/office/officeart/2005/8/layout/hProcess4"/>
    <dgm:cxn modelId="{9F29BABF-2588-495B-A191-3C1678C6952B}" type="presOf" srcId="{B1D5FB1A-43E0-4347-B020-1F3B41F64F17}" destId="{2D6A1A6F-92F5-4736-8DD7-1350E81B92E0}" srcOrd="0" destOrd="0" presId="urn:microsoft.com/office/officeart/2005/8/layout/hProcess4"/>
    <dgm:cxn modelId="{7EC739C0-BB01-C148-9618-0E1B3B3AA508}" type="presOf" srcId="{450F8617-77EB-6C4C-AA04-6A1B6F26ADF4}" destId="{458F784D-539C-41D7-ABAC-54C6EEDD873D}" srcOrd="1" destOrd="2" presId="urn:microsoft.com/office/officeart/2005/8/layout/hProcess4"/>
    <dgm:cxn modelId="{E316D4C1-A675-BB4E-94C2-45C221B5F874}" type="presOf" srcId="{450F8617-77EB-6C4C-AA04-6A1B6F26ADF4}" destId="{F0C07FF5-DF35-42DD-9912-C0C9F7F4E55E}" srcOrd="0" destOrd="2" presId="urn:microsoft.com/office/officeart/2005/8/layout/hProcess4"/>
    <dgm:cxn modelId="{68936DCC-B631-7548-8DBF-585FC963BBDA}" type="presOf" srcId="{27BA7D1A-3EB8-854C-B701-7A1C69B72F4B}" destId="{1C105C05-17F5-4FFF-B960-E576D5769397}" srcOrd="1" destOrd="2" presId="urn:microsoft.com/office/officeart/2005/8/layout/hProcess4"/>
    <dgm:cxn modelId="{BBC3F4CF-7E7C-4C47-A073-D0D47AEF6415}" type="presOf" srcId="{5ECC9187-E5F4-E344-807A-E1FED74F98D3}" destId="{458F784D-539C-41D7-ABAC-54C6EEDD873D}" srcOrd="1" destOrd="1" presId="urn:microsoft.com/office/officeart/2005/8/layout/hProcess4"/>
    <dgm:cxn modelId="{7EEA95D3-2469-4473-A8DA-F0568701E121}" type="presOf" srcId="{41CD51CE-4C62-4264-B432-7B3389383E63}" destId="{1C105C05-17F5-4FFF-B960-E576D5769397}" srcOrd="1" destOrd="0" presId="urn:microsoft.com/office/officeart/2005/8/layout/hProcess4"/>
    <dgm:cxn modelId="{173866D6-FD31-451D-A498-C4D83FAA4C4C}" srcId="{37987A0A-C7A3-49FD-A4D1-D58CB910C90A}" destId="{439EAB0B-5CA6-41F5-B439-A3B811E32758}" srcOrd="0" destOrd="0" parTransId="{D23D02E8-E73A-4904-BB34-6CAB17BA7773}" sibTransId="{40C14481-DC11-4D8C-B138-8E3B3872D510}"/>
    <dgm:cxn modelId="{CD74C8DA-ADDC-4075-9512-8667B3B606E2}" type="presOf" srcId="{A9C1EDA6-7BFE-451A-876C-928959E98AB8}" destId="{5EB3B412-E916-4ACD-A866-475FA577F890}" srcOrd="1" destOrd="0" presId="urn:microsoft.com/office/officeart/2005/8/layout/hProcess4"/>
    <dgm:cxn modelId="{16F21CF1-5EF6-4203-B69E-8BEEA9C20C11}" srcId="{81153115-D782-4B35-98E1-61FF6CB661CC}" destId="{41CD51CE-4C62-4264-B432-7B3389383E63}" srcOrd="0" destOrd="0" parTransId="{9D0D5165-0C29-43AB-8528-FAADBC661911}" sibTransId="{A1242F68-18A3-4CE2-B6E1-76327476BD48}"/>
    <dgm:cxn modelId="{4D2865F9-045D-4F49-8BB2-28A7AC9EF672}" srcId="{B149044A-37ED-4056-9282-28CE2A5EFA6E}" destId="{332EDA33-4EC6-4344-95FA-0F258C5F4653}" srcOrd="0" destOrd="0" parTransId="{936113A7-3839-49A8-8E27-8C6A8586C9B7}" sibTransId="{F7ED9D18-B5CB-4EED-BC0A-305E07AFBCB8}"/>
    <dgm:cxn modelId="{55BA06FD-7520-8B45-BA1F-660CEC99CE2A}" type="presOf" srcId="{04FAEA56-01C1-B14E-9B76-C4F44F79DD3F}" destId="{3B395C2D-D16E-43F0-9679-89765F0D26E8}" srcOrd="0" destOrd="1" presId="urn:microsoft.com/office/officeart/2005/8/layout/hProcess4"/>
    <dgm:cxn modelId="{F4C7D5FD-8291-46F2-847E-AAB40F571DBD}" type="presOf" srcId="{37987A0A-C7A3-49FD-A4D1-D58CB910C90A}" destId="{7B82EA95-5A86-4F7E-90C4-E82F04613B2E}" srcOrd="0" destOrd="0" presId="urn:microsoft.com/office/officeart/2005/8/layout/hProcess4"/>
    <dgm:cxn modelId="{1DF1F384-7F01-4C80-B997-1AA9526DB5AE}" type="presParOf" srcId="{710E0F20-7661-41D4-803F-5AD433ED4CAF}" destId="{8000B841-FC18-48CA-A5DC-4B10727C6CBE}" srcOrd="0" destOrd="0" presId="urn:microsoft.com/office/officeart/2005/8/layout/hProcess4"/>
    <dgm:cxn modelId="{EA78F88C-2C7B-41BA-830A-6953E78F1F3A}" type="presParOf" srcId="{710E0F20-7661-41D4-803F-5AD433ED4CAF}" destId="{44DEBBFD-0501-4162-B445-2A529089B5C4}" srcOrd="1" destOrd="0" presId="urn:microsoft.com/office/officeart/2005/8/layout/hProcess4"/>
    <dgm:cxn modelId="{09BC6589-3444-4FF1-A85B-345C702E5850}" type="presParOf" srcId="{710E0F20-7661-41D4-803F-5AD433ED4CAF}" destId="{F975ED1A-DC8B-413A-AD11-7CA8F9BC7FC2}" srcOrd="2" destOrd="0" presId="urn:microsoft.com/office/officeart/2005/8/layout/hProcess4"/>
    <dgm:cxn modelId="{5490F689-287E-40F2-8E61-CA8CA978A79E}" type="presParOf" srcId="{F975ED1A-DC8B-413A-AD11-7CA8F9BC7FC2}" destId="{5F4EE893-9BFF-49DC-9B1D-E0227A3A56E0}" srcOrd="0" destOrd="0" presId="urn:microsoft.com/office/officeart/2005/8/layout/hProcess4"/>
    <dgm:cxn modelId="{C990DB3B-B583-4E20-AABA-468B01FAD6E9}" type="presParOf" srcId="{5F4EE893-9BFF-49DC-9B1D-E0227A3A56E0}" destId="{EA78A807-CE4F-4D4C-93D5-AA5F4FBAD973}" srcOrd="0" destOrd="0" presId="urn:microsoft.com/office/officeart/2005/8/layout/hProcess4"/>
    <dgm:cxn modelId="{BCB71DEB-AC31-49DF-8D6F-C402FE226740}" type="presParOf" srcId="{5F4EE893-9BFF-49DC-9B1D-E0227A3A56E0}" destId="{487EACB2-B12F-4BE3-BD9B-F0E1B404F74B}" srcOrd="1" destOrd="0" presId="urn:microsoft.com/office/officeart/2005/8/layout/hProcess4"/>
    <dgm:cxn modelId="{D5398F9E-C573-4ECF-A5CE-E756F46D9725}" type="presParOf" srcId="{5F4EE893-9BFF-49DC-9B1D-E0227A3A56E0}" destId="{EF7F6230-39FA-40E8-B9F7-1651BF1E30C0}" srcOrd="2" destOrd="0" presId="urn:microsoft.com/office/officeart/2005/8/layout/hProcess4"/>
    <dgm:cxn modelId="{FC0120AD-659B-469B-9CAB-8713E43BB104}" type="presParOf" srcId="{5F4EE893-9BFF-49DC-9B1D-E0227A3A56E0}" destId="{90BEEAFF-4DE0-4B42-9DB6-F27A9CF3B7D7}" srcOrd="3" destOrd="0" presId="urn:microsoft.com/office/officeart/2005/8/layout/hProcess4"/>
    <dgm:cxn modelId="{4416A082-4A57-402A-9DD0-D6793B621CC8}" type="presParOf" srcId="{5F4EE893-9BFF-49DC-9B1D-E0227A3A56E0}" destId="{0D23203A-BA95-43ED-B365-CA03129A727E}" srcOrd="4" destOrd="0" presId="urn:microsoft.com/office/officeart/2005/8/layout/hProcess4"/>
    <dgm:cxn modelId="{97D0CD7E-F775-4D2A-83E3-0FED45F8C37E}" type="presParOf" srcId="{F975ED1A-DC8B-413A-AD11-7CA8F9BC7FC2}" destId="{2432D2B4-2EDC-434B-B33A-03DEE845E8AC}" srcOrd="1" destOrd="0" presId="urn:microsoft.com/office/officeart/2005/8/layout/hProcess4"/>
    <dgm:cxn modelId="{8F61BC34-6C65-4F36-9CED-149723E3EAF3}" type="presParOf" srcId="{F975ED1A-DC8B-413A-AD11-7CA8F9BC7FC2}" destId="{291B418F-1979-471B-ABEC-CD77F10C9492}" srcOrd="2" destOrd="0" presId="urn:microsoft.com/office/officeart/2005/8/layout/hProcess4"/>
    <dgm:cxn modelId="{F94859B5-B54D-4507-945C-188B9BF617BD}" type="presParOf" srcId="{291B418F-1979-471B-ABEC-CD77F10C9492}" destId="{002C35AF-AA6B-4702-B9C7-E5CBF520B1C2}" srcOrd="0" destOrd="0" presId="urn:microsoft.com/office/officeart/2005/8/layout/hProcess4"/>
    <dgm:cxn modelId="{257AB6C0-B211-4C87-8970-12A8DA7CCDE5}" type="presParOf" srcId="{291B418F-1979-471B-ABEC-CD77F10C9492}" destId="{F0C07FF5-DF35-42DD-9912-C0C9F7F4E55E}" srcOrd="1" destOrd="0" presId="urn:microsoft.com/office/officeart/2005/8/layout/hProcess4"/>
    <dgm:cxn modelId="{8CBF1FE1-FC84-4C7E-8B43-97CAB83B3397}" type="presParOf" srcId="{291B418F-1979-471B-ABEC-CD77F10C9492}" destId="{458F784D-539C-41D7-ABAC-54C6EEDD873D}" srcOrd="2" destOrd="0" presId="urn:microsoft.com/office/officeart/2005/8/layout/hProcess4"/>
    <dgm:cxn modelId="{73F570D5-17A8-4F03-B956-3053F231EDE9}" type="presParOf" srcId="{291B418F-1979-471B-ABEC-CD77F10C9492}" destId="{7B82EA95-5A86-4F7E-90C4-E82F04613B2E}" srcOrd="3" destOrd="0" presId="urn:microsoft.com/office/officeart/2005/8/layout/hProcess4"/>
    <dgm:cxn modelId="{4952E7C3-797C-44BC-BA88-8A89939F14D9}" type="presParOf" srcId="{291B418F-1979-471B-ABEC-CD77F10C9492}" destId="{3652778D-B60C-4FB1-B341-80FB961A3D02}" srcOrd="4" destOrd="0" presId="urn:microsoft.com/office/officeart/2005/8/layout/hProcess4"/>
    <dgm:cxn modelId="{DBCA45F8-C5BF-4E6A-9598-414D94DD68C0}" type="presParOf" srcId="{F975ED1A-DC8B-413A-AD11-7CA8F9BC7FC2}" destId="{2D6A1A6F-92F5-4736-8DD7-1350E81B92E0}" srcOrd="3" destOrd="0" presId="urn:microsoft.com/office/officeart/2005/8/layout/hProcess4"/>
    <dgm:cxn modelId="{2F86CBDF-53F7-4718-B534-9B7065083AD5}" type="presParOf" srcId="{F975ED1A-DC8B-413A-AD11-7CA8F9BC7FC2}" destId="{09F2294F-865F-49E6-8F0D-1663819919C4}" srcOrd="4" destOrd="0" presId="urn:microsoft.com/office/officeart/2005/8/layout/hProcess4"/>
    <dgm:cxn modelId="{758031B1-4338-4ADE-9DC2-8E69DCDECC67}" type="presParOf" srcId="{09F2294F-865F-49E6-8F0D-1663819919C4}" destId="{46ABF61C-6CBA-4247-80D9-619268EA8680}" srcOrd="0" destOrd="0" presId="urn:microsoft.com/office/officeart/2005/8/layout/hProcess4"/>
    <dgm:cxn modelId="{FA0AF5F8-22DB-4C40-8C7F-76D1C2E4DB0C}" type="presParOf" srcId="{09F2294F-865F-49E6-8F0D-1663819919C4}" destId="{3B395C2D-D16E-43F0-9679-89765F0D26E8}" srcOrd="1" destOrd="0" presId="urn:microsoft.com/office/officeart/2005/8/layout/hProcess4"/>
    <dgm:cxn modelId="{0FBA5002-2D8B-4E8F-8DF0-AB6908EDA10B}" type="presParOf" srcId="{09F2294F-865F-49E6-8F0D-1663819919C4}" destId="{1C105C05-17F5-4FFF-B960-E576D5769397}" srcOrd="2" destOrd="0" presId="urn:microsoft.com/office/officeart/2005/8/layout/hProcess4"/>
    <dgm:cxn modelId="{2C70A957-7B7D-442C-B8B8-51EA307F6AF2}" type="presParOf" srcId="{09F2294F-865F-49E6-8F0D-1663819919C4}" destId="{6CB8BC3C-EA66-40E6-A844-8DA82B936B29}" srcOrd="3" destOrd="0" presId="urn:microsoft.com/office/officeart/2005/8/layout/hProcess4"/>
    <dgm:cxn modelId="{F63FF89A-AF6B-4553-9A02-5DDA09BCE40A}" type="presParOf" srcId="{09F2294F-865F-49E6-8F0D-1663819919C4}" destId="{DB4B9C5B-74CD-4DC4-81CB-233F8AF2D1C0}" srcOrd="4" destOrd="0" presId="urn:microsoft.com/office/officeart/2005/8/layout/hProcess4"/>
    <dgm:cxn modelId="{D25F9785-69E1-47EA-9F2A-FFCD862AB13D}" type="presParOf" srcId="{F975ED1A-DC8B-413A-AD11-7CA8F9BC7FC2}" destId="{CD8E1C46-8676-4CF7-890D-B7415888E38D}" srcOrd="5" destOrd="0" presId="urn:microsoft.com/office/officeart/2005/8/layout/hProcess4"/>
    <dgm:cxn modelId="{C15C5302-CAC8-4786-AD3F-26B495635AC8}" type="presParOf" srcId="{F975ED1A-DC8B-413A-AD11-7CA8F9BC7FC2}" destId="{347B122F-84E3-4FBC-AF23-F63D16E452F6}" srcOrd="6" destOrd="0" presId="urn:microsoft.com/office/officeart/2005/8/layout/hProcess4"/>
    <dgm:cxn modelId="{A61422C1-0837-478D-B76D-9A6D5C00761B}" type="presParOf" srcId="{347B122F-84E3-4FBC-AF23-F63D16E452F6}" destId="{17AC6054-A527-4048-84A3-F886AED040C2}" srcOrd="0" destOrd="0" presId="urn:microsoft.com/office/officeart/2005/8/layout/hProcess4"/>
    <dgm:cxn modelId="{A0658241-9AE8-488C-B001-6E1D94B0C6A9}" type="presParOf" srcId="{347B122F-84E3-4FBC-AF23-F63D16E452F6}" destId="{9DFEBEF4-64AB-4CA5-B39B-26F519034491}" srcOrd="1" destOrd="0" presId="urn:microsoft.com/office/officeart/2005/8/layout/hProcess4"/>
    <dgm:cxn modelId="{E8EE39F9-F473-427F-987F-0011B9D41E81}" type="presParOf" srcId="{347B122F-84E3-4FBC-AF23-F63D16E452F6}" destId="{5EB3B412-E916-4ACD-A866-475FA577F890}" srcOrd="2" destOrd="0" presId="urn:microsoft.com/office/officeart/2005/8/layout/hProcess4"/>
    <dgm:cxn modelId="{EB365D83-D27B-44F9-B10F-69652C5F0E6E}" type="presParOf" srcId="{347B122F-84E3-4FBC-AF23-F63D16E452F6}" destId="{5DBA2693-C4AA-4CA7-A883-EE917EA82D0D}" srcOrd="3" destOrd="0" presId="urn:microsoft.com/office/officeart/2005/8/layout/hProcess4"/>
    <dgm:cxn modelId="{75E969FE-7DFC-46B9-B764-1E688A5D2239}" type="presParOf" srcId="{347B122F-84E3-4FBC-AF23-F63D16E452F6}" destId="{7A45DA60-A97F-4830-B84A-BF510F7FD74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EACB2-B12F-4BE3-BD9B-F0E1B404F74B}">
      <dsp:nvSpPr>
        <dsp:cNvPr id="0" name=""/>
        <dsp:cNvSpPr/>
      </dsp:nvSpPr>
      <dsp:spPr>
        <a:xfrm>
          <a:off x="3100" y="1783934"/>
          <a:ext cx="1803882" cy="1487826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Dodjeljene</a:t>
          </a:r>
          <a:r>
            <a:rPr lang="en-GB" sz="1200" kern="1200" baseline="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kern="1200" baseline="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uloge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Dizjan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Login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Baza</a:t>
          </a:r>
        </a:p>
      </dsp:txBody>
      <dsp:txXfrm>
        <a:off x="37339" y="1818173"/>
        <a:ext cx="1735404" cy="1100528"/>
      </dsp:txXfrm>
    </dsp:sp>
    <dsp:sp modelId="{2432D2B4-2EDC-434B-B33A-03DEE845E8AC}">
      <dsp:nvSpPr>
        <dsp:cNvPr id="0" name=""/>
        <dsp:cNvSpPr/>
      </dsp:nvSpPr>
      <dsp:spPr>
        <a:xfrm>
          <a:off x="1027127" y="2175251"/>
          <a:ext cx="1934743" cy="1934743"/>
        </a:xfrm>
        <a:prstGeom prst="leftCircularArrow">
          <a:avLst>
            <a:gd name="adj1" fmla="val 2874"/>
            <a:gd name="adj2" fmla="val 351373"/>
            <a:gd name="adj3" fmla="val 2126884"/>
            <a:gd name="adj4" fmla="val 9024489"/>
            <a:gd name="adj5" fmla="val 335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EEAFF-4DE0-4B42-9DB6-F27A9CF3B7D7}">
      <dsp:nvSpPr>
        <dsp:cNvPr id="0" name=""/>
        <dsp:cNvSpPr/>
      </dsp:nvSpPr>
      <dsp:spPr>
        <a:xfrm>
          <a:off x="403963" y="2952941"/>
          <a:ext cx="1603451" cy="637639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b="0" i="0" kern="1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10.10.2025 – 28.10.2025</a:t>
          </a:r>
          <a:endParaRPr lang="en-GB" sz="1500" b="0" i="0" kern="120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sp:txBody>
      <dsp:txXfrm>
        <a:off x="422639" y="2971617"/>
        <a:ext cx="1566099" cy="600287"/>
      </dsp:txXfrm>
    </dsp:sp>
    <dsp:sp modelId="{F0C07FF5-DF35-42DD-9912-C0C9F7F4E55E}">
      <dsp:nvSpPr>
        <dsp:cNvPr id="0" name=""/>
        <dsp:cNvSpPr/>
      </dsp:nvSpPr>
      <dsp:spPr>
        <a:xfrm>
          <a:off x="2272208" y="1783934"/>
          <a:ext cx="1803882" cy="1487826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Skladište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Profile page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OAuth</a:t>
          </a:r>
        </a:p>
      </dsp:txBody>
      <dsp:txXfrm>
        <a:off x="2306447" y="2136993"/>
        <a:ext cx="1735404" cy="1100528"/>
      </dsp:txXfrm>
    </dsp:sp>
    <dsp:sp modelId="{2D6A1A6F-92F5-4736-8DD7-1350E81B92E0}">
      <dsp:nvSpPr>
        <dsp:cNvPr id="0" name=""/>
        <dsp:cNvSpPr/>
      </dsp:nvSpPr>
      <dsp:spPr>
        <a:xfrm>
          <a:off x="3281202" y="887364"/>
          <a:ext cx="2165239" cy="2165239"/>
        </a:xfrm>
        <a:prstGeom prst="circularArrow">
          <a:avLst>
            <a:gd name="adj1" fmla="val 2568"/>
            <a:gd name="adj2" fmla="val 311735"/>
            <a:gd name="adj3" fmla="val 19512754"/>
            <a:gd name="adj4" fmla="val 12575511"/>
            <a:gd name="adj5" fmla="val 299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EA95-5A86-4F7E-90C4-E82F04613B2E}">
      <dsp:nvSpPr>
        <dsp:cNvPr id="0" name=""/>
        <dsp:cNvSpPr/>
      </dsp:nvSpPr>
      <dsp:spPr>
        <a:xfrm>
          <a:off x="2673071" y="1465115"/>
          <a:ext cx="1603451" cy="637639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b="0" i="0" kern="1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28.10.2025. – 10.12.2025.</a:t>
          </a:r>
          <a:endParaRPr lang="en-GB" sz="1500" b="0" i="0" kern="120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sp:txBody>
      <dsp:txXfrm>
        <a:off x="2691747" y="1483791"/>
        <a:ext cx="1566099" cy="600287"/>
      </dsp:txXfrm>
    </dsp:sp>
    <dsp:sp modelId="{3B395C2D-D16E-43F0-9679-89765F0D26E8}">
      <dsp:nvSpPr>
        <dsp:cNvPr id="0" name=""/>
        <dsp:cNvSpPr/>
      </dsp:nvSpPr>
      <dsp:spPr>
        <a:xfrm>
          <a:off x="4541316" y="1783934"/>
          <a:ext cx="1803882" cy="1487826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Narudžbe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Edit </a:t>
          </a: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dokumentacije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Kalkulator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sp:txBody>
      <dsp:txXfrm>
        <a:off x="4575555" y="1818173"/>
        <a:ext cx="1735404" cy="1100528"/>
      </dsp:txXfrm>
    </dsp:sp>
    <dsp:sp modelId="{CD8E1C46-8676-4CF7-890D-B7415888E38D}">
      <dsp:nvSpPr>
        <dsp:cNvPr id="0" name=""/>
        <dsp:cNvSpPr/>
      </dsp:nvSpPr>
      <dsp:spPr>
        <a:xfrm>
          <a:off x="5565342" y="2175251"/>
          <a:ext cx="1934743" cy="1934743"/>
        </a:xfrm>
        <a:prstGeom prst="leftCircularArrow">
          <a:avLst>
            <a:gd name="adj1" fmla="val 2874"/>
            <a:gd name="adj2" fmla="val 351373"/>
            <a:gd name="adj3" fmla="val 2126884"/>
            <a:gd name="adj4" fmla="val 9024489"/>
            <a:gd name="adj5" fmla="val 335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8BC3C-EA66-40E6-A844-8DA82B936B29}">
      <dsp:nvSpPr>
        <dsp:cNvPr id="0" name=""/>
        <dsp:cNvSpPr/>
      </dsp:nvSpPr>
      <dsp:spPr>
        <a:xfrm>
          <a:off x="4942179" y="2952941"/>
          <a:ext cx="1603451" cy="637639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b="0" i="0" kern="1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10.12.2025. – 10.1.2026.</a:t>
          </a:r>
          <a:endParaRPr lang="en-GB" sz="1500" b="0" i="0" kern="120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sp:txBody>
      <dsp:txXfrm>
        <a:off x="4960855" y="2971617"/>
        <a:ext cx="1566099" cy="600287"/>
      </dsp:txXfrm>
    </dsp:sp>
    <dsp:sp modelId="{9DFEBEF4-64AB-4CA5-B39B-26F519034491}">
      <dsp:nvSpPr>
        <dsp:cNvPr id="0" name=""/>
        <dsp:cNvSpPr/>
      </dsp:nvSpPr>
      <dsp:spPr>
        <a:xfrm>
          <a:off x="6810424" y="1783934"/>
          <a:ext cx="1803882" cy="1487826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Završni</a:t>
          </a: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detalji</a:t>
          </a: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aplikacije</a:t>
          </a: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i</a:t>
          </a:r>
          <a:r>
            <a:rPr lang="en-GB" sz="1200" kern="1200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 </a:t>
          </a:r>
          <a:r>
            <a:rPr lang="en-GB" sz="1200" kern="1200" dirty="0" err="1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rPr>
            <a:t>dokumentacije</a:t>
          </a:r>
          <a:endParaRPr lang="en-GB" sz="1200" kern="1200" dirty="0">
            <a:solidFill>
              <a:schemeClr val="tx1"/>
            </a:solidFill>
            <a:latin typeface="Futura Medium" panose="020B0602020204020303" pitchFamily="34" charset="-79"/>
            <a:cs typeface="Futura Medium" panose="020B0602020204020303" pitchFamily="34" charset="-79"/>
          </a:endParaRPr>
        </a:p>
      </dsp:txBody>
      <dsp:txXfrm>
        <a:off x="6844663" y="2136993"/>
        <a:ext cx="1735404" cy="1100528"/>
      </dsp:txXfrm>
    </dsp:sp>
    <dsp:sp modelId="{5DBA2693-C4AA-4CA7-A883-EE917EA82D0D}">
      <dsp:nvSpPr>
        <dsp:cNvPr id="0" name=""/>
        <dsp:cNvSpPr/>
      </dsp:nvSpPr>
      <dsp:spPr>
        <a:xfrm>
          <a:off x="7211287" y="1465115"/>
          <a:ext cx="1603451" cy="637639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b="0" i="0" kern="12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rPr>
            <a:t>10.1.2026 – 23.1.2026.</a:t>
          </a:r>
          <a:endParaRPr lang="en-GB" sz="1500" b="0" i="0" kern="1200" dirty="0">
            <a:latin typeface="JetBrains Mono Medium" panose="02000009000000000000" pitchFamily="49" charset="0"/>
            <a:ea typeface="JetBrains Mono Medium" panose="02000009000000000000" pitchFamily="49" charset="0"/>
            <a:cs typeface="JetBrains Mono Medium" panose="02000009000000000000" pitchFamily="49" charset="0"/>
          </a:endParaRPr>
        </a:p>
      </dsp:txBody>
      <dsp:txXfrm>
        <a:off x="7229963" y="1483791"/>
        <a:ext cx="1566099" cy="600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C5057-5946-4B00-892B-55893DE55C9A}" type="datetimeFigureOut"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137C5-01CD-4088-8AF4-4B8C96C173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Smanjena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kompleksnost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nema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potrebe</a:t>
            </a:r>
            <a:r>
              <a:rPr lang="en-US">
                <a:ea typeface="Calibri"/>
                <a:cs typeface="Calibri"/>
              </a:rPr>
              <a:t> za </a:t>
            </a:r>
            <a:r>
              <a:rPr lang="en-US" err="1">
                <a:ea typeface="Calibri"/>
                <a:cs typeface="Calibri"/>
              </a:rPr>
              <a:t>pretpikavanjem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stanja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iz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skladišta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137C5-01CD-4088-8AF4-4B8C96C1738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21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33B0-703C-D661-A07A-7EA898EA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2804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86850-71FA-09BD-C17F-AFC484791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3067B-83AB-874D-97FE-6785654514FB}" type="slidenum">
              <a:rPr lang="en-US" smtClean="0"/>
              <a:pPr/>
              <a:t>‹#›</a:t>
            </a:fld>
            <a:endParaRPr lang="en-US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DB6480-D914-E19B-2A02-262359401901}"/>
              </a:ext>
            </a:extLst>
          </p:cNvPr>
          <p:cNvCxnSpPr>
            <a:cxnSpLocks/>
          </p:cNvCxnSpPr>
          <p:nvPr userDrawn="1"/>
        </p:nvCxnSpPr>
        <p:spPr>
          <a:xfrm>
            <a:off x="4371372" y="3620313"/>
            <a:ext cx="34492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F4DEE6-79B0-D1A6-11E3-4ACE021B7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958160"/>
            <a:ext cx="10515600" cy="365125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pic>
        <p:nvPicPr>
          <p:cNvPr id="13" name="Picture 12" descr="A white rectangle with black background&#10;&#10;AI-generated content may be incorrect.">
            <a:extLst>
              <a:ext uri="{FF2B5EF4-FFF2-40B4-BE49-F238E27FC236}">
                <a16:creationId xmlns:a16="http://schemas.microsoft.com/office/drawing/2014/main" id="{6E39E4DF-5AF7-9578-BFF0-A597E7656A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9753" y="4827823"/>
            <a:ext cx="1172494" cy="11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0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5DC7-F146-713F-665D-BECC93EE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8F3F9-EC5F-05DD-F9E5-D7A4BC359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3067B-83AB-874D-97FE-6785654514FB}" type="slidenum">
              <a:rPr lang="en-US" smtClean="0"/>
              <a:pPr/>
              <a:t>‹#›</a:t>
            </a:fld>
            <a:endParaRPr lang="en-US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19FEE0-4F0C-26F5-55D9-749422A434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1863724"/>
            <a:ext cx="10515600" cy="41666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white rectangle with black background&#10;&#10;AI-generated content may be incorrect.">
            <a:extLst>
              <a:ext uri="{FF2B5EF4-FFF2-40B4-BE49-F238E27FC236}">
                <a16:creationId xmlns:a16="http://schemas.microsoft.com/office/drawing/2014/main" id="{D3A024BC-47CA-41A6-F00C-B21DD1821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58507" y="6052269"/>
            <a:ext cx="674986" cy="67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2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6DBE-83B5-52D3-EAE8-A50D506E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A6C25-A81C-61F1-678C-A39B274DC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3067B-83AB-874D-97FE-6785654514FB}" type="slidenum">
              <a:rPr lang="en-US" smtClean="0"/>
              <a:pPr/>
              <a:t>‹#›</a:t>
            </a:fld>
            <a:endParaRPr lang="en-US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098BF31-DC23-845B-DDCB-432EDC8082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920875"/>
            <a:ext cx="10515600" cy="405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rectangle with black background&#10;&#10;AI-generated content may be incorrect.">
            <a:extLst>
              <a:ext uri="{FF2B5EF4-FFF2-40B4-BE49-F238E27FC236}">
                <a16:creationId xmlns:a16="http://schemas.microsoft.com/office/drawing/2014/main" id="{BB30EDDE-9122-1F34-46E5-FB8C4E129E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58507" y="6052269"/>
            <a:ext cx="674986" cy="67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1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3DA3A-4912-9E06-05F3-03F2889D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48BEF-21DB-FCE3-BE21-B62EABF1A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207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fld id="{9693067B-83AB-874D-97FE-6785654514FB}" type="slidenum">
              <a:rPr lang="en-US" smtClean="0"/>
              <a:pPr/>
              <a:t>‹#›</a:t>
            </a:fld>
            <a:endParaRPr lang="en-US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628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Futura Medium" panose="020B0602020204020303" pitchFamily="34" charset="-79"/>
          <a:ea typeface="+mj-ea"/>
          <a:cs typeface="Futura Medium" panose="020B06020202040203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ticutter.com" TargetMode="External"/><Relationship Id="rId2" Type="http://schemas.openxmlformats.org/officeDocument/2006/relationships/hyperlink" Target="https://limbox.h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A988-91BE-FE5F-C3AA-B50A3545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Futura Medium"/>
              </a:rPr>
              <a:t>Limbox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2E4D5-A2BF-847F-9409-3FA3194AD1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JetBrains Mono"/>
              </a:rPr>
              <a:t>Ludus Solutions – </a:t>
            </a:r>
            <a:r>
              <a:rPr lang="en-US" err="1">
                <a:latin typeface="JetBrains Mono"/>
              </a:rPr>
              <a:t>Programsko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inženjerstvo</a:t>
            </a:r>
            <a:r>
              <a:rPr lang="en-US">
                <a:latin typeface="JetBrains Mono"/>
              </a:rPr>
              <a:t> 2025./2026.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2B9B-FAF4-D25B-25F4-7AA9B3E0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Futura Medium"/>
              </a:rPr>
              <a:t>O nama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D94AF-365E-AC7F-9DFB-5C0D5AD43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JetBrains Mono"/>
              </a:rPr>
              <a:t>Roko </a:t>
            </a:r>
            <a:r>
              <a:rPr lang="en-US" err="1">
                <a:latin typeface="JetBrains Mono"/>
              </a:rPr>
              <a:t>Šimpraga</a:t>
            </a:r>
            <a:r>
              <a:rPr lang="en-US">
                <a:latin typeface="JetBrains Mono"/>
              </a:rPr>
              <a:t> - Dokumentacija, </a:t>
            </a:r>
            <a:r>
              <a:rPr lang="en-US" err="1">
                <a:latin typeface="JetBrains Mono"/>
              </a:rPr>
              <a:t>Dizajn</a:t>
            </a:r>
            <a:r>
              <a:rPr lang="en-US">
                <a:latin typeface="JetBrains Mono"/>
              </a:rPr>
              <a:t> + </a:t>
            </a:r>
            <a:r>
              <a:rPr lang="en-US" err="1">
                <a:latin typeface="JetBrains Mono"/>
              </a:rPr>
              <a:t>Koordinator</a:t>
            </a:r>
          </a:p>
          <a:p>
            <a:r>
              <a:rPr lang="en-US">
                <a:latin typeface="JetBrains Mono"/>
              </a:rPr>
              <a:t>Backend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Marko Dodig + </a:t>
            </a:r>
            <a:r>
              <a:rPr lang="en-US" err="1">
                <a:latin typeface="JetBrains Mono"/>
              </a:rPr>
              <a:t>Voditelj</a:t>
            </a:r>
            <a:r>
              <a:rPr lang="en-US">
                <a:latin typeface="JetBrains Mono"/>
              </a:rPr>
              <a:t>, Dokumentacija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Petar Vujica</a:t>
            </a:r>
            <a:endParaRPr lang="en-US"/>
          </a:p>
          <a:p>
            <a:r>
              <a:rPr lang="en-US">
                <a:latin typeface="JetBrains Mono"/>
              </a:rPr>
              <a:t>Frontend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Leon Mesić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Matej </a:t>
            </a:r>
            <a:r>
              <a:rPr lang="en-US" err="1">
                <a:latin typeface="JetBrains Mono"/>
              </a:rPr>
              <a:t>Ruklić</a:t>
            </a:r>
            <a:r>
              <a:rPr lang="en-US">
                <a:latin typeface="JetBrains Mono"/>
              </a:rPr>
              <a:t> + Front Lead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Fran </a:t>
            </a:r>
            <a:r>
              <a:rPr lang="en-US" err="1">
                <a:latin typeface="JetBrains Mono"/>
              </a:rPr>
              <a:t>Suknaić</a:t>
            </a:r>
            <a:endParaRPr lang="en-US"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09435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D3E6-3444-1108-197D-35559BA3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Futura Medium"/>
              </a:rPr>
              <a:t>O </a:t>
            </a:r>
            <a:r>
              <a:rPr lang="en-US" err="1">
                <a:cs typeface="Futura Medium"/>
              </a:rPr>
              <a:t>Projektu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5099B-C696-0D4F-444F-F24A7BF46D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latin typeface="JetBrains Mono"/>
                <a:hlinkClick r:id="rId2"/>
              </a:rPr>
              <a:t>Limbox d.o.o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tvrtka</a:t>
            </a:r>
            <a:r>
              <a:rPr lang="en-US" dirty="0">
                <a:latin typeface="JetBrains Mono"/>
              </a:rPr>
              <a:t> je </a:t>
            </a:r>
            <a:r>
              <a:rPr lang="en-US" dirty="0" err="1">
                <a:latin typeface="JetBrains Mono"/>
              </a:rPr>
              <a:t>koja</a:t>
            </a:r>
            <a:r>
              <a:rPr lang="en-US" dirty="0">
                <a:latin typeface="JetBrains Mono"/>
              </a:rPr>
              <a:t> se </a:t>
            </a:r>
            <a:r>
              <a:rPr lang="en-US" dirty="0" err="1">
                <a:latin typeface="JetBrains Mono"/>
              </a:rPr>
              <a:t>bavi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prodajom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krovnih</a:t>
            </a:r>
            <a:r>
              <a:rPr lang="en-US" dirty="0">
                <a:latin typeface="JetBrains Mono"/>
              </a:rPr>
              <a:t> 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zidnih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sendvič</a:t>
            </a:r>
            <a:r>
              <a:rPr lang="en-US" dirty="0">
                <a:latin typeface="JetBrains Mono"/>
              </a:rPr>
              <a:t> panela</a:t>
            </a:r>
          </a:p>
          <a:p>
            <a:r>
              <a:rPr lang="en-US" dirty="0" err="1">
                <a:latin typeface="JetBrains Mono"/>
              </a:rPr>
              <a:t>Trenutno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kao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programsku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potporu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koriste</a:t>
            </a:r>
            <a:r>
              <a:rPr lang="en-US" dirty="0">
                <a:latin typeface="JetBrains Mono"/>
              </a:rPr>
              <a:t>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JetBrains Mono"/>
              </a:rPr>
              <a:t>MS Excel - </a:t>
            </a:r>
            <a:r>
              <a:rPr lang="en-US" dirty="0" err="1">
                <a:latin typeface="JetBrains Mono"/>
              </a:rPr>
              <a:t>vođenje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skladišta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JetBrains Mono"/>
                <a:hlinkClick r:id="rId3"/>
              </a:rPr>
              <a:t>Opticutter</a:t>
            </a:r>
            <a:r>
              <a:rPr lang="en-US" dirty="0">
                <a:latin typeface="JetBrains Mono"/>
              </a:rPr>
              <a:t> - </a:t>
            </a:r>
            <a:r>
              <a:rPr lang="en-US" dirty="0" err="1">
                <a:latin typeface="JetBrains Mono"/>
              </a:rPr>
              <a:t>optimizacija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rezanja</a:t>
            </a:r>
            <a:r>
              <a:rPr lang="en-US" dirty="0">
                <a:latin typeface="JetBrains Mono"/>
              </a:rPr>
              <a:t> panela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dirty="0" err="1">
                <a:latin typeface="JetBrains Mono"/>
              </a:rPr>
              <a:t>Cilj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našeg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projekta</a:t>
            </a:r>
            <a:r>
              <a:rPr lang="en-US" dirty="0">
                <a:latin typeface="JetBrains Mono"/>
              </a:rPr>
              <a:t> bio je da u </a:t>
            </a:r>
            <a:r>
              <a:rPr lang="en-US" dirty="0" err="1">
                <a:latin typeface="JetBrains Mono"/>
              </a:rPr>
              <a:t>jednoj</a:t>
            </a:r>
            <a:r>
              <a:rPr lang="en-US" dirty="0">
                <a:latin typeface="JetBrains Mono"/>
              </a:rPr>
              <a:t> web </a:t>
            </a:r>
            <a:r>
              <a:rPr lang="en-US" dirty="0" err="1">
                <a:latin typeface="JetBrains Mono"/>
              </a:rPr>
              <a:t>aplikaciji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zamijenimo</a:t>
            </a:r>
            <a:r>
              <a:rPr lang="en-US" dirty="0">
                <a:latin typeface="JetBrains Mono"/>
              </a:rPr>
              <a:t> 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poboljšamo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njihova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trenutna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rješenja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1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555D-3ACD-1AE3-13BE-7AE30F1F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Futura Medium"/>
              </a:rPr>
              <a:t>Problem </a:t>
            </a:r>
            <a:r>
              <a:rPr lang="en-US" err="1">
                <a:cs typeface="Futura Medium"/>
              </a:rPr>
              <a:t>kalkulatora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0B0E4-2BDB-383F-EA58-815DCA694A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err="1">
                <a:latin typeface="JetBrains Mono"/>
              </a:rPr>
              <a:t>Funkcionalost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kalkulatora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računa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optimalan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način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rezanja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dostupnih</a:t>
            </a:r>
            <a:r>
              <a:rPr lang="en-US">
                <a:latin typeface="JetBrains Mono"/>
              </a:rPr>
              <a:t> panela </a:t>
            </a:r>
            <a:r>
              <a:rPr lang="en-US" err="1">
                <a:latin typeface="JetBrains Mono"/>
              </a:rPr>
              <a:t>iz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skladišta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kako</a:t>
            </a:r>
            <a:r>
              <a:rPr lang="en-US">
                <a:latin typeface="JetBrains Mono"/>
              </a:rPr>
              <a:t> bi </a:t>
            </a:r>
            <a:r>
              <a:rPr lang="en-US" err="1">
                <a:latin typeface="JetBrains Mono"/>
              </a:rPr>
              <a:t>ostatak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pri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rezanju</a:t>
            </a:r>
            <a:r>
              <a:rPr lang="en-US">
                <a:latin typeface="JetBrains Mono"/>
              </a:rPr>
              <a:t> bio </a:t>
            </a:r>
            <a:r>
              <a:rPr lang="en-US" err="1">
                <a:latin typeface="JetBrains Mono"/>
              </a:rPr>
              <a:t>što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manji</a:t>
            </a:r>
            <a:endParaRPr lang="en-US" err="1"/>
          </a:p>
          <a:p>
            <a:r>
              <a:rPr lang="en-US" err="1">
                <a:latin typeface="JetBrains Mono"/>
              </a:rPr>
              <a:t>Cilj</a:t>
            </a:r>
            <a:r>
              <a:rPr lang="en-US">
                <a:latin typeface="JetBrains Mono"/>
              </a:rPr>
              <a:t> je da se </a:t>
            </a:r>
            <a:r>
              <a:rPr lang="en-US" err="1">
                <a:latin typeface="JetBrains Mono"/>
              </a:rPr>
              <a:t>odabirom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dostupnih</a:t>
            </a:r>
            <a:r>
              <a:rPr lang="en-US">
                <a:latin typeface="JetBrains Mono"/>
              </a:rPr>
              <a:t> panela </a:t>
            </a:r>
            <a:r>
              <a:rPr lang="en-US" err="1">
                <a:latin typeface="JetBrains Mono"/>
              </a:rPr>
              <a:t>iz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skladišta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što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manje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materijala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baci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čime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profitiraju</a:t>
            </a:r>
            <a:r>
              <a:rPr lang="en-US">
                <a:latin typeface="JetBrains Mono"/>
              </a:rPr>
              <a:t> </a:t>
            </a:r>
            <a:r>
              <a:rPr lang="en-US" err="1">
                <a:latin typeface="JetBrains Mono"/>
              </a:rPr>
              <a:t>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kupac</a:t>
            </a:r>
            <a:r>
              <a:rPr lang="en-US">
                <a:latin typeface="JetBrains Mono"/>
              </a:rPr>
              <a:t> </a:t>
            </a:r>
            <a:r>
              <a:rPr lang="en-US" err="1">
                <a:latin typeface="JetBrains Mono"/>
              </a:rPr>
              <a:t>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prodavač</a:t>
            </a:r>
          </a:p>
        </p:txBody>
      </p:sp>
    </p:spTree>
    <p:extLst>
      <p:ext uri="{BB962C8B-B14F-4D97-AF65-F5344CB8AC3E}">
        <p14:creationId xmlns:p14="http://schemas.microsoft.com/office/powerpoint/2010/main" val="421685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D7C6-E21E-E83A-3A5B-280EE649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Futura Medium"/>
              </a:rPr>
              <a:t>Trenutno</a:t>
            </a:r>
            <a:r>
              <a:rPr lang="en-US">
                <a:cs typeface="Futura Medium"/>
              </a:rPr>
              <a:t> </a:t>
            </a:r>
            <a:r>
              <a:rPr lang="en-US" err="1">
                <a:cs typeface="Futura Medium"/>
              </a:rPr>
              <a:t>rješenje</a:t>
            </a:r>
            <a:r>
              <a:rPr lang="en-US">
                <a:cs typeface="Futura Medium"/>
              </a:rPr>
              <a:t> - Opticutter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D8AEF-9401-A743-2FB4-37516C06C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JetBrains Mono"/>
              </a:rPr>
              <a:t>Nema </a:t>
            </a:r>
            <a:r>
              <a:rPr lang="en-US" err="1">
                <a:latin typeface="JetBrains Mono"/>
              </a:rPr>
              <a:t>povezanost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skladištem</a:t>
            </a:r>
          </a:p>
          <a:p>
            <a:r>
              <a:rPr lang="en-US" err="1">
                <a:latin typeface="JetBrains Mono"/>
              </a:rPr>
              <a:t>Traži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plaćenu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licencu</a:t>
            </a:r>
          </a:p>
          <a:p>
            <a:r>
              <a:rPr lang="en-US">
                <a:latin typeface="JetBrains Mono"/>
              </a:rPr>
              <a:t>Nema </a:t>
            </a:r>
            <a:r>
              <a:rPr lang="en-US" err="1">
                <a:latin typeface="JetBrains Mono"/>
              </a:rPr>
              <a:t>mogućnost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ručnog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odabira</a:t>
            </a:r>
            <a:r>
              <a:rPr lang="en-US">
                <a:latin typeface="JetBrains Mono"/>
              </a:rPr>
              <a:t> panela (u </a:t>
            </a:r>
            <a:r>
              <a:rPr lang="en-US" err="1">
                <a:latin typeface="JetBrains Mono"/>
              </a:rPr>
              <a:t>slučaju</a:t>
            </a:r>
            <a:r>
              <a:rPr lang="en-US">
                <a:latin typeface="JetBrains Mono"/>
              </a:rPr>
              <a:t> da bi </a:t>
            </a:r>
            <a:r>
              <a:rPr lang="en-US" err="1">
                <a:latin typeface="JetBrains Mono"/>
              </a:rPr>
              <a:t>neki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drugi</a:t>
            </a:r>
            <a:r>
              <a:rPr lang="en-US">
                <a:latin typeface="JetBrains Mono"/>
              </a:rPr>
              <a:t> panel bio </a:t>
            </a:r>
            <a:r>
              <a:rPr lang="en-US" err="1">
                <a:latin typeface="JetBrains Mono"/>
              </a:rPr>
              <a:t>primjereniji</a:t>
            </a:r>
            <a:r>
              <a:rPr lang="en-US">
                <a:latin typeface="JetBrains Mono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19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85F2-16DA-5E03-A71C-25E8610C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Futura Medium"/>
              </a:rPr>
              <a:t>Naše</a:t>
            </a:r>
            <a:r>
              <a:rPr lang="en-US">
                <a:cs typeface="Futura Medium"/>
              </a:rPr>
              <a:t> </a:t>
            </a:r>
            <a:r>
              <a:rPr lang="en-US" err="1">
                <a:cs typeface="Futura Medium"/>
              </a:rPr>
              <a:t>rješenje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83111-A2C3-2FE1-48AD-F548F89A0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hr-HR">
                <a:latin typeface="JetBrains Mono"/>
              </a:rPr>
              <a:t>U jednoj aplikaciji vode evidenciju o skladištu i narudžbama</a:t>
            </a:r>
          </a:p>
          <a:p>
            <a:r>
              <a:rPr lang="hr-HR">
                <a:latin typeface="JetBrains Mono"/>
              </a:rPr>
              <a:t>Smanjena kompleksnost unosa</a:t>
            </a:r>
            <a:endParaRPr lang="hr-HR"/>
          </a:p>
          <a:p>
            <a:r>
              <a:rPr lang="hr-HR">
                <a:latin typeface="JetBrains Mono"/>
              </a:rPr>
              <a:t>Ažuriranje stanja u skladištu po završetku narudžbe</a:t>
            </a:r>
          </a:p>
          <a:p>
            <a:r>
              <a:rPr lang="hr-HR">
                <a:latin typeface="JetBrains Mono"/>
              </a:rPr>
              <a:t>Izračun daje jednake rezultate kao </a:t>
            </a:r>
            <a:r>
              <a:rPr lang="hr-HR" err="1">
                <a:latin typeface="JetBrains Mono"/>
              </a:rPr>
              <a:t>Opticutter</a:t>
            </a:r>
            <a:r>
              <a:rPr lang="hr-HR">
                <a:latin typeface="JetBrains Mono"/>
              </a:rPr>
              <a:t>, istom brzinom</a:t>
            </a:r>
          </a:p>
          <a:p>
            <a:r>
              <a:rPr lang="hr-HR">
                <a:latin typeface="JetBrains Mono"/>
              </a:rPr>
              <a:t>Nema potrebe za plaćanjem supskripcije</a:t>
            </a:r>
          </a:p>
        </p:txBody>
      </p:sp>
    </p:spTree>
    <p:extLst>
      <p:ext uri="{BB962C8B-B14F-4D97-AF65-F5344CB8AC3E}">
        <p14:creationId xmlns:p14="http://schemas.microsoft.com/office/powerpoint/2010/main" val="22340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AF44C-86FE-5144-B2B4-52EDA758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Futura Medium"/>
              </a:rPr>
              <a:t>Pregled</a:t>
            </a:r>
            <a:r>
              <a:rPr lang="en-US" dirty="0">
                <a:cs typeface="Futura Medium"/>
              </a:rPr>
              <a:t> </a:t>
            </a:r>
            <a:r>
              <a:rPr lang="en-US" dirty="0" err="1">
                <a:cs typeface="Futura Medium"/>
              </a:rPr>
              <a:t>zahtjeva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D2586-BDA1-A213-797B-8B0739AF5C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1863724"/>
            <a:ext cx="2975811" cy="4166685"/>
          </a:xfrm>
        </p:spPr>
        <p:txBody>
          <a:bodyPr lIns="91440" tIns="45720" rIns="91440" bIns="45720" anchor="t"/>
          <a:lstStyle/>
          <a:p>
            <a:r>
              <a:rPr lang="en-US" dirty="0" err="1">
                <a:latin typeface="JetBrains Mono"/>
              </a:rPr>
              <a:t>Skladište</a:t>
            </a:r>
            <a:endParaRPr lang="en-US" dirty="0">
              <a:latin typeface="JetBrains Mon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latin typeface="JetBrains Mono"/>
              </a:rPr>
              <a:t>Tablica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materijala</a:t>
            </a:r>
            <a:endParaRPr lang="en-US" sz="2000" dirty="0">
              <a:latin typeface="JetBrains Mon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latin typeface="JetBrains Mono"/>
              </a:rPr>
              <a:t>Uređivanje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tablice</a:t>
            </a:r>
            <a:endParaRPr lang="en-US" sz="20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0158A0A-6698-4148-182A-7830FFCD60FD}"/>
              </a:ext>
            </a:extLst>
          </p:cNvPr>
          <p:cNvSpPr txBox="1">
            <a:spLocks/>
          </p:cNvSpPr>
          <p:nvPr/>
        </p:nvSpPr>
        <p:spPr>
          <a:xfrm>
            <a:off x="3811338" y="1869071"/>
            <a:ext cx="3961062" cy="41800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JetBrains Mono"/>
              </a:rPr>
              <a:t>Narudžbe</a:t>
            </a:r>
            <a:endParaRPr lang="en-US" dirty="0">
              <a:latin typeface="JetBrains Mon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 err="1">
                <a:latin typeface="JetBrains Mono"/>
              </a:rPr>
              <a:t>Filtriranje</a:t>
            </a:r>
            <a:r>
              <a:rPr lang="en-US" sz="1800" dirty="0">
                <a:latin typeface="JetBrains Mono"/>
              </a:rPr>
              <a:t>/</a:t>
            </a:r>
            <a:r>
              <a:rPr lang="en-US" sz="1800" dirty="0" err="1">
                <a:latin typeface="JetBrains Mono"/>
              </a:rPr>
              <a:t>sortiranje</a:t>
            </a:r>
            <a:r>
              <a:rPr lang="en-US" sz="1800" dirty="0">
                <a:latin typeface="JetBrains Mono"/>
              </a:rPr>
              <a:t> </a:t>
            </a:r>
            <a:r>
              <a:rPr lang="en-US" sz="1800" dirty="0" err="1">
                <a:latin typeface="JetBrains Mono"/>
              </a:rPr>
              <a:t>narudžbi</a:t>
            </a:r>
            <a:endParaRPr lang="en-US" sz="1800" dirty="0">
              <a:latin typeface="JetBrains Mon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 err="1">
                <a:latin typeface="JetBrains Mono"/>
              </a:rPr>
              <a:t>Pretraživanje</a:t>
            </a:r>
            <a:r>
              <a:rPr lang="en-US" sz="1800" dirty="0">
                <a:latin typeface="JetBrains Mono"/>
              </a:rPr>
              <a:t> </a:t>
            </a:r>
            <a:r>
              <a:rPr lang="en-US" sz="1800" dirty="0" err="1">
                <a:latin typeface="JetBrains Mono"/>
              </a:rPr>
              <a:t>narudžbi</a:t>
            </a:r>
            <a:endParaRPr lang="en-US" sz="1800" dirty="0">
              <a:latin typeface="JetBrains Mon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 err="1">
                <a:latin typeface="JetBrains Mono"/>
              </a:rPr>
              <a:t>Uređivanje</a:t>
            </a:r>
            <a:r>
              <a:rPr lang="en-US" sz="1800" dirty="0">
                <a:latin typeface="JetBrains Mono"/>
              </a:rPr>
              <a:t> </a:t>
            </a:r>
            <a:r>
              <a:rPr lang="en-US" sz="1800" dirty="0" err="1">
                <a:latin typeface="JetBrains Mono"/>
              </a:rPr>
              <a:t>narudžbe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5D6A3F-54C3-5CD7-3310-E87A11FB1463}"/>
              </a:ext>
            </a:extLst>
          </p:cNvPr>
          <p:cNvSpPr txBox="1">
            <a:spLocks/>
          </p:cNvSpPr>
          <p:nvPr/>
        </p:nvSpPr>
        <p:spPr>
          <a:xfrm>
            <a:off x="8209734" y="1869070"/>
            <a:ext cx="3069389" cy="41800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JetBrains Mono"/>
              </a:rPr>
              <a:t>Kalkulator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latin typeface="JetBrains Mono"/>
              </a:rPr>
              <a:t>Unos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dimenzija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latin typeface="JetBrains Mono"/>
              </a:rPr>
              <a:t>Optimalan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izračun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JetBrains Mono"/>
              </a:rPr>
              <a:t>1D </a:t>
            </a:r>
            <a:r>
              <a:rPr lang="en-US" sz="2000" dirty="0" err="1">
                <a:latin typeface="JetBrains Mono"/>
              </a:rPr>
              <a:t>prikaz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rezanja</a:t>
            </a:r>
          </a:p>
        </p:txBody>
      </p:sp>
    </p:spTree>
    <p:extLst>
      <p:ext uri="{BB962C8B-B14F-4D97-AF65-F5344CB8AC3E}">
        <p14:creationId xmlns:p14="http://schemas.microsoft.com/office/powerpoint/2010/main" val="421384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68B9-DA9F-D98F-0EE0-6D5310B4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Futura Medium"/>
              </a:rPr>
              <a:t>UML </a:t>
            </a:r>
            <a:r>
              <a:rPr lang="en-US" dirty="0" err="1">
                <a:cs typeface="Futura Medium"/>
              </a:rPr>
              <a:t>dijagram</a:t>
            </a:r>
            <a:r>
              <a:rPr lang="en-US" dirty="0">
                <a:cs typeface="Futura Medium"/>
              </a:rPr>
              <a:t> </a:t>
            </a:r>
            <a:r>
              <a:rPr lang="en-US" dirty="0" err="1">
                <a:cs typeface="Futura Medium"/>
              </a:rPr>
              <a:t>obrazaca</a:t>
            </a:r>
            <a:endParaRPr lang="en-US" dirty="0" err="1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AC192981-A928-DD6D-4050-61D72DF9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180" y="1542406"/>
            <a:ext cx="6311640" cy="432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6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F3EE-B5CA-6A10-0228-39870DF3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Futura Medium"/>
              </a:rPr>
              <a:t>Arhitektura</a:t>
            </a:r>
            <a:r>
              <a:rPr lang="en-US" dirty="0">
                <a:cs typeface="Futura Medium"/>
              </a:rPr>
              <a:t> </a:t>
            </a:r>
            <a:r>
              <a:rPr lang="en-US" dirty="0" err="1">
                <a:cs typeface="Futura Medium"/>
              </a:rPr>
              <a:t>sustava</a:t>
            </a:r>
            <a:endParaRPr lang="en-US" dirty="0" err="1"/>
          </a:p>
        </p:txBody>
      </p:sp>
      <p:pic>
        <p:nvPicPr>
          <p:cNvPr id="4" name="Picture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DF5C7F4D-E741-A27F-2D61-3C1E6EAA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38" y="1690688"/>
            <a:ext cx="7062324" cy="395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8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3AC6-5B55-A1F8-F771-CBAF9EE8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Futura Medium"/>
              </a:rPr>
              <a:t>Testiranje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C7E5D-07C0-F41E-1499-CAE4C67B96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JetBrains Mono"/>
              </a:rPr>
              <a:t>Alati: Kotlin Test, JUnit, </a:t>
            </a:r>
            <a:r>
              <a:rPr lang="en-US" err="1">
                <a:latin typeface="JetBrains Mono"/>
              </a:rPr>
              <a:t>Ktor</a:t>
            </a:r>
            <a:r>
              <a:rPr lang="en-US">
                <a:latin typeface="JetBrains Mono"/>
              </a:rPr>
              <a:t> Test Host, Postman</a:t>
            </a:r>
          </a:p>
          <a:p>
            <a:r>
              <a:rPr lang="en-US" err="1">
                <a:latin typeface="JetBrains Mono"/>
              </a:rPr>
              <a:t>Vrste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testova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JetBrains Mono"/>
              </a:rPr>
              <a:t>Unit </a:t>
            </a:r>
            <a:r>
              <a:rPr lang="en-US" err="1">
                <a:latin typeface="JetBrains Mono"/>
              </a:rPr>
              <a:t>testovi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JetBrains Mono"/>
              </a:rPr>
              <a:t>Integracijski</a:t>
            </a:r>
            <a:r>
              <a:rPr lang="en-US">
                <a:latin typeface="JetBrains Mono"/>
              </a:rPr>
              <a:t> (</a:t>
            </a:r>
            <a:r>
              <a:rPr lang="en-US" err="1">
                <a:latin typeface="JetBrains Mono"/>
              </a:rPr>
              <a:t>cijeli</a:t>
            </a:r>
            <a:r>
              <a:rPr lang="en-US">
                <a:latin typeface="JetBrains Mono"/>
              </a:rPr>
              <a:t> workflow </a:t>
            </a:r>
            <a:r>
              <a:rPr lang="en-US" err="1">
                <a:latin typeface="JetBrains Mono"/>
              </a:rPr>
              <a:t>kroz</a:t>
            </a:r>
            <a:r>
              <a:rPr lang="en-US">
                <a:latin typeface="JetBrains Mono"/>
              </a:rPr>
              <a:t> REST API - Postman)</a:t>
            </a:r>
          </a:p>
          <a:p>
            <a:r>
              <a:rPr lang="en-US" err="1">
                <a:latin typeface="JetBrains Mono"/>
              </a:rPr>
              <a:t>Rubni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uvjeti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sigurnosni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testovi</a:t>
            </a:r>
            <a:endParaRPr lang="en-US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JetBrains Mono"/>
              </a:rPr>
              <a:t>Testirali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smo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oblik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requestova</a:t>
            </a:r>
            <a:r>
              <a:rPr lang="en-US">
                <a:latin typeface="JetBrains Mono"/>
              </a:rPr>
              <a:t> </a:t>
            </a:r>
            <a:r>
              <a:rPr lang="en-US" err="1">
                <a:latin typeface="JetBrains Mono"/>
              </a:rPr>
              <a:t>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responsea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kao</a:t>
            </a:r>
            <a:r>
              <a:rPr lang="en-US">
                <a:latin typeface="JetBrains Mono"/>
              </a:rPr>
              <a:t> </a:t>
            </a:r>
            <a:r>
              <a:rPr lang="en-US" err="1">
                <a:latin typeface="JetBrains Mono"/>
              </a:rPr>
              <a:t>i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rubne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slučajeve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poput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negativnog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stanja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na</a:t>
            </a:r>
            <a:r>
              <a:rPr lang="en-US">
                <a:latin typeface="JetBrains Mono"/>
              </a:rPr>
              <a:t> </a:t>
            </a:r>
            <a:r>
              <a:rPr lang="en-US" err="1">
                <a:latin typeface="JetBrains Mono"/>
              </a:rPr>
              <a:t>skladištu</a:t>
            </a:r>
          </a:p>
        </p:txBody>
      </p:sp>
    </p:spTree>
    <p:extLst>
      <p:ext uri="{BB962C8B-B14F-4D97-AF65-F5344CB8AC3E}">
        <p14:creationId xmlns:p14="http://schemas.microsoft.com/office/powerpoint/2010/main" val="4216395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D92F-47A6-10CD-DAEE-F2AC1EFA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Futura Medium"/>
              </a:rPr>
              <a:t>Organizacija</a:t>
            </a:r>
            <a:r>
              <a:rPr lang="en-US" dirty="0">
                <a:cs typeface="Futura Medium"/>
              </a:rPr>
              <a:t> rada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8D45D-49C5-2FC4-A1CA-483D714277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dirty="0" err="1">
                <a:latin typeface="JetBrains Mono"/>
              </a:rPr>
              <a:t>Komunikacija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JetBrains Mono"/>
              </a:rPr>
              <a:t>Discord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JetBrains Mono"/>
              </a:rPr>
              <a:t>Github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JetBrains Mono"/>
              </a:rPr>
              <a:t>MS Teams</a:t>
            </a:r>
          </a:p>
        </p:txBody>
      </p:sp>
    </p:spTree>
    <p:extLst>
      <p:ext uri="{BB962C8B-B14F-4D97-AF65-F5344CB8AC3E}">
        <p14:creationId xmlns:p14="http://schemas.microsoft.com/office/powerpoint/2010/main" val="27794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BECC-CB4B-B1E3-8B1F-DA6215E6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Futura Medium"/>
              </a:rPr>
              <a:t>Organizacija</a:t>
            </a:r>
            <a:r>
              <a:rPr lang="en-US" dirty="0">
                <a:cs typeface="Futura Medium"/>
              </a:rPr>
              <a:t> rada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0D5CC1-3D8A-CFC8-71A2-DBCE4FB0A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98859"/>
              </p:ext>
            </p:extLst>
          </p:nvPr>
        </p:nvGraphicFramePr>
        <p:xfrm>
          <a:off x="1189789" y="1644316"/>
          <a:ext cx="9796533" cy="42830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65511">
                  <a:extLst>
                    <a:ext uri="{9D8B030D-6E8A-4147-A177-3AD203B41FA5}">
                      <a16:colId xmlns:a16="http://schemas.microsoft.com/office/drawing/2014/main" val="1457739782"/>
                    </a:ext>
                  </a:extLst>
                </a:gridCol>
                <a:gridCol w="3265511">
                  <a:extLst>
                    <a:ext uri="{9D8B030D-6E8A-4147-A177-3AD203B41FA5}">
                      <a16:colId xmlns:a16="http://schemas.microsoft.com/office/drawing/2014/main" val="1266347812"/>
                    </a:ext>
                  </a:extLst>
                </a:gridCol>
                <a:gridCol w="3265511">
                  <a:extLst>
                    <a:ext uri="{9D8B030D-6E8A-4147-A177-3AD203B41FA5}">
                      <a16:colId xmlns:a16="http://schemas.microsoft.com/office/drawing/2014/main" val="1172919848"/>
                    </a:ext>
                  </a:extLst>
                </a:gridCol>
              </a:tblGrid>
              <a:tr h="444832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ČLAN</a:t>
                      </a:r>
                      <a:endParaRPr lang="en-US" sz="2000" dirty="0">
                        <a:effectLst/>
                        <a:latin typeface="Futura Medium" panose="020B0602020204020303" pitchFamily="34" charset="-79"/>
                        <a:cs typeface="Futura Medium" panose="020B06020202040203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ZADATCI</a:t>
                      </a:r>
                      <a:endParaRPr lang="en-US" sz="2000" dirty="0">
                        <a:effectLst/>
                        <a:latin typeface="Futura Medium" panose="020B0602020204020303" pitchFamily="34" charset="-79"/>
                        <a:cs typeface="Futura Medium" panose="020B06020202040203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ULOŽENO VRIJEME</a:t>
                      </a:r>
                      <a:endParaRPr lang="en-US" sz="2000" dirty="0">
                        <a:effectLst/>
                        <a:latin typeface="Futura Medium" panose="020B0602020204020303" pitchFamily="34" charset="-79"/>
                        <a:cs typeface="Futura Medium" panose="020B06020202040203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430215"/>
                  </a:ext>
                </a:extLst>
              </a:tr>
              <a:tr h="673603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Roko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Šimpraga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Dizajn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,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dokumentacija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65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783713"/>
                  </a:ext>
                </a:extLst>
              </a:tr>
              <a:tr h="673603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Marko Dodig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Backend,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dokumentacija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200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89960"/>
                  </a:ext>
                </a:extLst>
              </a:tr>
              <a:tr h="673603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Matej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Ruklić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120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193820"/>
                  </a:ext>
                </a:extLst>
              </a:tr>
              <a:tr h="673603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Leon Mesić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90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977160"/>
                  </a:ext>
                </a:extLst>
              </a:tr>
              <a:tr h="571927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Fran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Suknaić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80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282361"/>
                  </a:ext>
                </a:extLst>
              </a:tr>
              <a:tr h="571927"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Petar Vujica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 latinLnBrk="0">
                        <a:buNone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JetBrains Mono Medium" panose="02000009000000000000" pitchFamily="49" charset="0"/>
                          <a:ea typeface="JetBrains Mono Medium" panose="02000009000000000000" pitchFamily="49" charset="0"/>
                          <a:cs typeface="JetBrains Mono Medium" panose="02000009000000000000" pitchFamily="49" charset="0"/>
                        </a:rPr>
                        <a:t>180 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4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413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C7-368C-908B-34D7-9B0EC708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Organizacija</a:t>
            </a:r>
            <a:r>
              <a:rPr lang="en-US" dirty="0"/>
              <a:t> rada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AF0DCD1-2105-F59E-7701-5618917DB7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388149"/>
              </p:ext>
            </p:extLst>
          </p:nvPr>
        </p:nvGraphicFramePr>
        <p:xfrm>
          <a:off x="1857201" y="1437179"/>
          <a:ext cx="8817839" cy="5055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255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441F-CF36-760E-7C50-2B635F25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Futura Medium"/>
              </a:rPr>
              <a:t>Korišteni</a:t>
            </a:r>
            <a:r>
              <a:rPr lang="en-US" dirty="0">
                <a:cs typeface="Futura Medium"/>
              </a:rPr>
              <a:t> </a:t>
            </a:r>
            <a:r>
              <a:rPr lang="en-US" dirty="0" err="1">
                <a:cs typeface="Futura Medium"/>
              </a:rPr>
              <a:t>alati</a:t>
            </a:r>
            <a:r>
              <a:rPr lang="en-US" dirty="0">
                <a:cs typeface="Futura Medium"/>
              </a:rPr>
              <a:t> I </a:t>
            </a:r>
            <a:r>
              <a:rPr lang="en-US" dirty="0" err="1">
                <a:cs typeface="Futura Medium"/>
              </a:rPr>
              <a:t>tehnologije</a:t>
            </a:r>
            <a:r>
              <a:rPr lang="en-US" dirty="0">
                <a:cs typeface="Futura Medium"/>
              </a:rPr>
              <a:t> - Backend</a:t>
            </a:r>
            <a:endParaRPr lang="hr-HR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3956C-E324-18E7-25F6-70E1E3450F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Programski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jezik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 Kotlin, Python</a:t>
            </a:r>
          </a:p>
          <a:p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Radni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okvir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Ktor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,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FastAPI</a:t>
            </a:r>
          </a:p>
          <a:p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Razvojni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alati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 IntelliJ IDEA Ultimate, Git</a:t>
            </a:r>
          </a:p>
          <a:p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Deployment </a:t>
            </a:r>
            <a:r>
              <a:rPr lang="en-US" dirty="0" err="1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aplikacije</a:t>
            </a:r>
            <a:r>
              <a:rPr lang="en-US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: Digital Ocean</a:t>
            </a:r>
            <a:endParaRPr lang="en-US" dirty="0" err="1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0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DD86-1057-B838-04A6-ED703279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Futura Medium"/>
              </a:rPr>
              <a:t>Korišteni</a:t>
            </a:r>
            <a:r>
              <a:rPr lang="en-US">
                <a:cs typeface="Futura Medium"/>
              </a:rPr>
              <a:t> </a:t>
            </a:r>
            <a:r>
              <a:rPr lang="en-US" err="1">
                <a:cs typeface="Futura Medium"/>
              </a:rPr>
              <a:t>alati</a:t>
            </a:r>
            <a:r>
              <a:rPr lang="en-US">
                <a:cs typeface="Futura Medium"/>
              </a:rPr>
              <a:t> I </a:t>
            </a:r>
            <a:r>
              <a:rPr lang="en-US" err="1">
                <a:cs typeface="Futura Medium"/>
              </a:rPr>
              <a:t>tehnologije</a:t>
            </a:r>
            <a:r>
              <a:rPr lang="en-US">
                <a:cs typeface="Futura Medium"/>
              </a:rPr>
              <a:t> - Frontend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80CB-312C-B829-745B-508263126D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dirty="0" err="1">
                <a:latin typeface="JetBrains Mono"/>
              </a:rPr>
              <a:t>Programski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jezik</a:t>
            </a:r>
            <a:r>
              <a:rPr lang="en-US" dirty="0">
                <a:latin typeface="JetBrains Mono"/>
              </a:rPr>
              <a:t>: JavaScript</a:t>
            </a:r>
          </a:p>
          <a:p>
            <a:r>
              <a:rPr lang="en-US" dirty="0" err="1">
                <a:latin typeface="JetBrains Mono"/>
              </a:rPr>
              <a:t>Radni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okvir</a:t>
            </a:r>
            <a:r>
              <a:rPr lang="en-US" dirty="0">
                <a:latin typeface="JetBrains Mono"/>
              </a:rPr>
              <a:t>: React</a:t>
            </a:r>
          </a:p>
          <a:p>
            <a:r>
              <a:rPr lang="en-US" dirty="0" err="1">
                <a:latin typeface="JetBrains Mono"/>
              </a:rPr>
              <a:t>Razvojni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alati</a:t>
            </a:r>
            <a:r>
              <a:rPr lang="en-US" dirty="0">
                <a:latin typeface="JetBrains Mono"/>
              </a:rPr>
              <a:t>: Visual Studio Code, WebStorm, Git, </a:t>
            </a:r>
            <a:r>
              <a:rPr lang="en-US" dirty="0" err="1">
                <a:latin typeface="JetBrains Mono"/>
              </a:rPr>
              <a:t>npm</a:t>
            </a:r>
          </a:p>
          <a:p>
            <a:r>
              <a:rPr lang="en-US" dirty="0">
                <a:latin typeface="JetBrains Mono"/>
              </a:rPr>
              <a:t>Deployment </a:t>
            </a:r>
            <a:r>
              <a:rPr lang="en-US" err="1">
                <a:latin typeface="JetBrains Mono"/>
              </a:rPr>
              <a:t>aplikacije</a:t>
            </a:r>
            <a:r>
              <a:rPr lang="en-US" dirty="0">
                <a:latin typeface="JetBrains Mono"/>
              </a:rPr>
              <a:t>: Digital Ocean</a:t>
            </a:r>
          </a:p>
          <a:p>
            <a:r>
              <a:rPr lang="en-US" dirty="0" err="1">
                <a:latin typeface="JetBrains Mono"/>
              </a:rPr>
              <a:t>Biblioteke</a:t>
            </a:r>
            <a:r>
              <a:rPr lang="en-US" dirty="0">
                <a:latin typeface="JetBrains Mono"/>
              </a:rPr>
              <a:t>: React-</a:t>
            </a:r>
            <a:r>
              <a:rPr lang="en-US" dirty="0" err="1">
                <a:latin typeface="JetBrains Mono"/>
              </a:rPr>
              <a:t>Tostify</a:t>
            </a:r>
            <a:r>
              <a:rPr lang="en-US" dirty="0">
                <a:latin typeface="JetBrains Mono"/>
              </a:rPr>
              <a:t>, React-Router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14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F106-84FD-1120-8A05-1C7BF84E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Iskustva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D30C-1F4C-7244-5488-9D3DF2F2F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200" b="1" dirty="0"/>
              <a:t>Roko</a:t>
            </a:r>
            <a:r>
              <a:rPr lang="en-US" sz="2200" dirty="0"/>
              <a:t>: </a:t>
            </a:r>
            <a:r>
              <a:rPr lang="en-US" sz="2200" dirty="0" err="1"/>
              <a:t>sada</a:t>
            </a:r>
            <a:r>
              <a:rPr lang="en-US" sz="2200" dirty="0"/>
              <a:t> </a:t>
            </a:r>
            <a:r>
              <a:rPr lang="en-US" sz="2200" dirty="0" err="1"/>
              <a:t>napokon</a:t>
            </a:r>
            <a:r>
              <a:rPr lang="en-US" sz="2200" dirty="0"/>
              <a:t> </a:t>
            </a:r>
            <a:r>
              <a:rPr lang="en-US" sz="2200" dirty="0" err="1"/>
              <a:t>vidim</a:t>
            </a:r>
            <a:r>
              <a:rPr lang="en-US" sz="2200" dirty="0"/>
              <a:t> </a:t>
            </a:r>
            <a:r>
              <a:rPr lang="en-US" sz="2200" dirty="0" err="1"/>
              <a:t>kako</a:t>
            </a:r>
            <a:r>
              <a:rPr lang="en-US" sz="2200" dirty="0"/>
              <a:t> je </a:t>
            </a:r>
            <a:r>
              <a:rPr lang="en-US" sz="2200" dirty="0" err="1"/>
              <a:t>raditi</a:t>
            </a:r>
            <a:r>
              <a:rPr lang="en-US" sz="2200" dirty="0"/>
              <a:t> u </a:t>
            </a:r>
            <a:r>
              <a:rPr lang="en-US" sz="2200" dirty="0" err="1"/>
              <a:t>malom</a:t>
            </a:r>
            <a:r>
              <a:rPr lang="en-US" sz="2200" dirty="0"/>
              <a:t> </a:t>
            </a:r>
            <a:r>
              <a:rPr lang="en-US" sz="2200" dirty="0" err="1"/>
              <a:t>krugu</a:t>
            </a:r>
            <a:r>
              <a:rPr lang="en-US" sz="2200" dirty="0"/>
              <a:t> </a:t>
            </a:r>
            <a:r>
              <a:rPr lang="en-US" sz="2200" dirty="0" err="1"/>
              <a:t>velikih</a:t>
            </a:r>
            <a:r>
              <a:rPr lang="en-US" sz="2200" dirty="0"/>
              <a:t> </a:t>
            </a:r>
            <a:r>
              <a:rPr lang="en-US" sz="2200" dirty="0" err="1"/>
              <a:t>ljudi</a:t>
            </a:r>
            <a:endParaRPr lang="en-US" sz="2200" dirty="0"/>
          </a:p>
          <a:p>
            <a:r>
              <a:rPr lang="en-US" sz="2200" b="1" dirty="0"/>
              <a:t>Marko</a:t>
            </a:r>
            <a:r>
              <a:rPr lang="en-US" sz="2200" dirty="0"/>
              <a:t>: </a:t>
            </a:r>
            <a:r>
              <a:rPr lang="en-US" sz="2200" dirty="0" err="1"/>
              <a:t>Ugodno</a:t>
            </a:r>
            <a:r>
              <a:rPr lang="en-US" sz="2200" dirty="0"/>
              <a:t> </a:t>
            </a:r>
            <a:r>
              <a:rPr lang="en-US" sz="2200" dirty="0" err="1"/>
              <a:t>iskustvo</a:t>
            </a:r>
            <a:r>
              <a:rPr lang="en-US" sz="2200" dirty="0"/>
              <a:t>, </a:t>
            </a:r>
            <a:r>
              <a:rPr lang="en-US" sz="2200" dirty="0" err="1"/>
              <a:t>vidjeli</a:t>
            </a:r>
            <a:r>
              <a:rPr lang="en-US" sz="2200" dirty="0"/>
              <a:t> </a:t>
            </a:r>
            <a:r>
              <a:rPr lang="en-US" sz="2200" dirty="0" err="1"/>
              <a:t>smo</a:t>
            </a:r>
            <a:r>
              <a:rPr lang="en-US" sz="2200" dirty="0"/>
              <a:t> </a:t>
            </a:r>
            <a:r>
              <a:rPr lang="en-US" sz="2200" dirty="0" err="1"/>
              <a:t>prednosti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mane rada u </a:t>
            </a:r>
            <a:r>
              <a:rPr lang="en-US" sz="2200" dirty="0" err="1"/>
              <a:t>grupi</a:t>
            </a:r>
            <a:endParaRPr lang="en-US" sz="2200" dirty="0"/>
          </a:p>
          <a:p>
            <a:r>
              <a:rPr lang="en-US" sz="2200" b="1" dirty="0"/>
              <a:t>Matej</a:t>
            </a:r>
            <a:r>
              <a:rPr lang="en-US" sz="2200" dirty="0"/>
              <a:t>: </a:t>
            </a:r>
            <a:r>
              <a:rPr lang="en-US" sz="2200" dirty="0" err="1"/>
              <a:t>poučno</a:t>
            </a:r>
            <a:r>
              <a:rPr lang="en-US" sz="2200" dirty="0"/>
              <a:t>, </a:t>
            </a:r>
            <a:r>
              <a:rPr lang="en-US" sz="2200" dirty="0" err="1"/>
              <a:t>ali</a:t>
            </a:r>
            <a:r>
              <a:rPr lang="en-US" sz="2200" dirty="0"/>
              <a:t> </a:t>
            </a:r>
            <a:r>
              <a:rPr lang="en-US" sz="2200" dirty="0" err="1"/>
              <a:t>zahtjevno</a:t>
            </a:r>
            <a:endParaRPr lang="en-US" sz="2200" dirty="0"/>
          </a:p>
          <a:p>
            <a:r>
              <a:rPr lang="en-US" sz="2200" b="1" dirty="0"/>
              <a:t>Leon</a:t>
            </a:r>
            <a:r>
              <a:rPr lang="en-US" sz="2200" dirty="0"/>
              <a:t>: </a:t>
            </a:r>
            <a:r>
              <a:rPr lang="en-US" sz="2200" dirty="0" err="1"/>
              <a:t>korisno</a:t>
            </a:r>
            <a:r>
              <a:rPr lang="en-US" sz="2200" dirty="0"/>
              <a:t>, </a:t>
            </a:r>
            <a:r>
              <a:rPr lang="en-US" sz="2200" dirty="0" err="1"/>
              <a:t>zabavno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mukotrpno</a:t>
            </a:r>
            <a:endParaRPr lang="en-US" sz="2200" dirty="0"/>
          </a:p>
          <a:p>
            <a:r>
              <a:rPr lang="en-US" sz="2200" b="1" dirty="0"/>
              <a:t>Fran</a:t>
            </a:r>
            <a:r>
              <a:rPr lang="en-US" sz="2200" dirty="0"/>
              <a:t>: </a:t>
            </a:r>
            <a:r>
              <a:rPr lang="en-US" sz="2200" dirty="0" err="1"/>
              <a:t>puno</a:t>
            </a:r>
            <a:r>
              <a:rPr lang="en-US" sz="2200" dirty="0"/>
              <a:t> </a:t>
            </a:r>
            <a:r>
              <a:rPr lang="en-US" sz="2200" dirty="0" err="1"/>
              <a:t>sam</a:t>
            </a:r>
            <a:r>
              <a:rPr lang="en-US" sz="2200" dirty="0"/>
              <a:t> </a:t>
            </a:r>
            <a:r>
              <a:rPr lang="en-US" sz="2200" dirty="0" err="1"/>
              <a:t>naučio</a:t>
            </a:r>
            <a:r>
              <a:rPr lang="en-US" sz="2200" dirty="0"/>
              <a:t>, </a:t>
            </a:r>
            <a:r>
              <a:rPr lang="en-US" sz="2200" dirty="0" err="1"/>
              <a:t>svidio</a:t>
            </a:r>
            <a:r>
              <a:rPr lang="en-US" sz="2200" dirty="0"/>
              <a:t> mi se </a:t>
            </a:r>
            <a:r>
              <a:rPr lang="en-US" sz="2200" dirty="0" err="1"/>
              <a:t>radu</a:t>
            </a:r>
            <a:r>
              <a:rPr lang="en-US" sz="2200" dirty="0"/>
              <a:t> u </a:t>
            </a:r>
            <a:r>
              <a:rPr lang="en-US" sz="2200" dirty="0" err="1"/>
              <a:t>timu</a:t>
            </a:r>
            <a:r>
              <a:rPr lang="en-US" sz="2200" dirty="0"/>
              <a:t> </a:t>
            </a:r>
            <a:r>
              <a:rPr lang="en-US" sz="2200" dirty="0" err="1"/>
              <a:t>kompetentnih</a:t>
            </a:r>
            <a:r>
              <a:rPr lang="en-US" sz="2200" dirty="0"/>
              <a:t> </a:t>
            </a:r>
            <a:r>
              <a:rPr lang="en-US" sz="2200" dirty="0" err="1"/>
              <a:t>ljudi</a:t>
            </a:r>
            <a:r>
              <a:rPr lang="en-US" sz="2200" dirty="0"/>
              <a:t>, </a:t>
            </a:r>
            <a:r>
              <a:rPr lang="en-US" sz="2200" dirty="0" err="1"/>
              <a:t>projekt</a:t>
            </a:r>
            <a:r>
              <a:rPr lang="en-US" sz="2200" dirty="0"/>
              <a:t> mi je dao </a:t>
            </a:r>
            <a:r>
              <a:rPr lang="en-US" sz="2200" dirty="0" err="1"/>
              <a:t>samopouzdanje</a:t>
            </a:r>
            <a:r>
              <a:rPr lang="en-US" sz="2200" dirty="0"/>
              <a:t> da se </a:t>
            </a:r>
            <a:r>
              <a:rPr lang="en-US" sz="2200" dirty="0" err="1"/>
              <a:t>upustim</a:t>
            </a:r>
            <a:r>
              <a:rPr lang="en-US" sz="2200" dirty="0"/>
              <a:t> u </a:t>
            </a:r>
            <a:r>
              <a:rPr lang="en-US" sz="2200" dirty="0" err="1"/>
              <a:t>vlastite</a:t>
            </a:r>
            <a:r>
              <a:rPr lang="en-US" sz="2200" dirty="0"/>
              <a:t> </a:t>
            </a:r>
            <a:r>
              <a:rPr lang="en-US" sz="2200" dirty="0" err="1"/>
              <a:t>projekte</a:t>
            </a:r>
            <a:endParaRPr lang="en-US" sz="2200" dirty="0"/>
          </a:p>
          <a:p>
            <a:r>
              <a:rPr lang="en-US" sz="2200" b="1" dirty="0"/>
              <a:t>Petar</a:t>
            </a:r>
            <a:r>
              <a:rPr lang="en-US" sz="2200" dirty="0"/>
              <a:t>: super </a:t>
            </a:r>
            <a:r>
              <a:rPr lang="en-US" sz="2200" dirty="0" err="1"/>
              <a:t>iskustvo</a:t>
            </a:r>
            <a:r>
              <a:rPr lang="en-US" sz="2200" dirty="0"/>
              <a:t>, </a:t>
            </a:r>
            <a:r>
              <a:rPr lang="en-US" sz="2200" dirty="0" err="1"/>
              <a:t>volio</a:t>
            </a:r>
            <a:r>
              <a:rPr lang="en-US" sz="2200" dirty="0"/>
              <a:t> </a:t>
            </a:r>
            <a:r>
              <a:rPr lang="en-US" sz="2200" dirty="0" err="1"/>
              <a:t>bih</a:t>
            </a:r>
            <a:r>
              <a:rPr lang="en-US" sz="2200" dirty="0"/>
              <a:t> </a:t>
            </a:r>
            <a:r>
              <a:rPr lang="en-US" sz="2200" dirty="0" err="1"/>
              <a:t>ponoviti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6727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5D92-F79F-25A3-D089-F831D9B1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Zaključak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46263-E8F7-723E-B4F7-BFFC4CD0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Unatoč</a:t>
            </a:r>
            <a:r>
              <a:rPr lang="en-US" dirty="0"/>
              <a:t> </a:t>
            </a:r>
            <a:r>
              <a:rPr lang="en-US" dirty="0" err="1"/>
              <a:t>velikom</a:t>
            </a:r>
            <a:r>
              <a:rPr lang="en-US" dirty="0"/>
              <a:t> </a:t>
            </a:r>
            <a:r>
              <a:rPr lang="en-US" dirty="0" err="1"/>
              <a:t>izazovu</a:t>
            </a:r>
            <a:r>
              <a:rPr lang="en-US" dirty="0"/>
              <a:t> za </a:t>
            </a:r>
            <a:r>
              <a:rPr lang="en-US" dirty="0" err="1"/>
              <a:t>isporučenjem</a:t>
            </a:r>
            <a:r>
              <a:rPr lang="en-US" dirty="0"/>
              <a:t> </a:t>
            </a:r>
            <a:r>
              <a:rPr lang="en-US" dirty="0" err="1"/>
              <a:t>dobrog</a:t>
            </a:r>
            <a:r>
              <a:rPr lang="en-US" dirty="0"/>
              <a:t> </a:t>
            </a:r>
            <a:r>
              <a:rPr lang="en-US" dirty="0" err="1"/>
              <a:t>konačnog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naučili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puno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Ludus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definitivno</a:t>
            </a:r>
            <a:r>
              <a:rPr lang="en-US" dirty="0"/>
              <a:t> </a:t>
            </a:r>
            <a:r>
              <a:rPr lang="en-US" dirty="0" err="1"/>
              <a:t>nastaviti</a:t>
            </a:r>
            <a:r>
              <a:rPr lang="en-US" dirty="0"/>
              <a:t> se </a:t>
            </a:r>
            <a:r>
              <a:rPr lang="en-US" dirty="0" err="1"/>
              <a:t>truditi</a:t>
            </a:r>
            <a:r>
              <a:rPr lang="en-US" dirty="0"/>
              <a:t> </a:t>
            </a:r>
            <a:r>
              <a:rPr lang="en-US" dirty="0" err="1"/>
              <a:t>pružati</a:t>
            </a:r>
            <a:r>
              <a:rPr lang="en-US" dirty="0"/>
              <a:t> Vam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korisne</a:t>
            </a:r>
            <a:r>
              <a:rPr lang="en-US" dirty="0"/>
              <a:t> web </a:t>
            </a:r>
            <a:r>
              <a:rPr lang="en-US" dirty="0" err="1"/>
              <a:t>aplikacije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70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Macintosh PowerPoint</Application>
  <PresentationFormat>Widescreen</PresentationFormat>
  <Paragraphs>117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Futura Medium</vt:lpstr>
      <vt:lpstr>Futura Medium</vt:lpstr>
      <vt:lpstr>JetBrains Mono</vt:lpstr>
      <vt:lpstr>JetBrains Mono Medium</vt:lpstr>
      <vt:lpstr>Office Theme</vt:lpstr>
      <vt:lpstr>Limbox</vt:lpstr>
      <vt:lpstr>O nama</vt:lpstr>
      <vt:lpstr>O Projektu</vt:lpstr>
      <vt:lpstr>Problem kalkulatora</vt:lpstr>
      <vt:lpstr>Trenutno rješenje - Opticutter</vt:lpstr>
      <vt:lpstr>Naše rješenje</vt:lpstr>
      <vt:lpstr>Pregled zahtjeva</vt:lpstr>
      <vt:lpstr>UML dijagram obrazaca</vt:lpstr>
      <vt:lpstr>Arhitektura sustava</vt:lpstr>
      <vt:lpstr>Testiranje</vt:lpstr>
      <vt:lpstr>Organizacija rada</vt:lpstr>
      <vt:lpstr>Organizacija rada</vt:lpstr>
      <vt:lpstr>Organizacija rada</vt:lpstr>
      <vt:lpstr>Korišteni alati I tehnologije - Backend</vt:lpstr>
      <vt:lpstr>Korišteni alati I tehnologije - Frontend</vt:lpstr>
      <vt:lpstr>Iskustva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Roko Šimpraga</dc:creator>
  <cp:lastModifiedBy>Roko Šimpraga</cp:lastModifiedBy>
  <cp:revision>386</cp:revision>
  <dcterms:created xsi:type="dcterms:W3CDTF">2026-01-21T14:00:22Z</dcterms:created>
  <dcterms:modified xsi:type="dcterms:W3CDTF">2026-01-23T20:36:11Z</dcterms:modified>
</cp:coreProperties>
</file>